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1B2786-3041-1F58-390F-E55E68EC4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B2A8A1-CE06-98DE-AF85-A1D71CDBC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73AE77-0D98-1164-A6C5-FBAD24D57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1905B9-0434-1BBE-63FA-9328BFA2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D3E17D-2E20-3470-062B-52F184BF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15699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BB0A0A-D7F3-84E8-A226-53A052D6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DA8BB2-3016-2736-E93C-B5A3E9CCC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26A86A-28A6-6C44-DBA9-0CCC4FEB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13AB61-D01D-628C-CD2D-6F4C6655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2AA042-A7E4-07C2-57ED-E6668F0A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690957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98310-C15C-90FC-B561-39984555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69AD4B-EFE2-FB0F-C786-72E09E65A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9B1F63-A54D-D4FE-E08D-14F0394C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10B140-08CF-7448-E68B-4DD22C17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FDE570-8D23-74FE-D24E-A0130FB2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87195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8DD31-A757-1E6D-8937-7A224F207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B4C64D-550B-C59E-66A5-E35B00158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675998-D847-E87D-CB26-BF8EF82C5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2C2276-E6B3-D669-BB01-E6E366BE6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932AC8-77BE-EB7E-047A-63F411B5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6B4B7F-836E-DAEB-8E29-F77DC6A2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08526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5800D-AD40-6E94-8E4E-86D7BEBF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A1AEE3-DA11-418E-40EC-A09ECC778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89D59E-CD0E-D12C-751D-87E0A7AC8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CA194C-3F1C-22ED-5453-29085830F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B9536E-301D-8374-7426-31DB43024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98D202-D92A-A443-E7C4-1B59BF9A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8581723-B80A-38F7-9E69-557B6AA2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5AEBD3-014D-CE81-8B7A-AD616B7D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46597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B2D152-DFA4-17C8-3917-E7B4E44C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57A424-87F6-4EE2-81B7-56C92967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737BDC-0EB0-9B9E-1C8B-2557EA695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CBB3B77-2AE2-5F1A-BFE4-2339FB79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43033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A5573E0-EEB2-8FA0-2378-A5ABB57A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AA88B0C-65C6-D027-A650-72F573D6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75568C-718E-8842-9463-F6BECFB3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80754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CBBE5-7408-E804-06E7-86B3E2C80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12079B-5F43-862D-ADC9-7348B20EC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BC1730-3713-D262-2648-73115B9F4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E7656F-D2EB-A490-0761-578A9F64F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C28DBD-7F6A-23FA-EA34-1630BFD5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9F3662-0673-1F26-2A95-140C0B32E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87422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A21D2F-4AE5-4266-61C6-D9ADCAE7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6035A20-A4DB-1113-FEDA-5445814BD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9A9705-5105-8757-BAC9-8F91E0A5E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97D637-178A-9BF5-3799-EAB1AFB8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A62A41-3F44-A8C2-BDAF-39880AAD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AEEDF-9B29-02DE-20B0-296E1743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96467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A52985-E107-491E-7BEB-88786A2B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ACC772-D549-85AA-792D-6580464C7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F93664-C0C4-1D7D-C37B-C4ED0570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2F264E-0CFF-072D-2813-88B857F9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C4EF3F-DA9B-B154-E32F-E3D39E25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75186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6ECA60-BD14-4651-8B34-FBA353D04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07BC6F-42FD-58C9-F6C5-D6A9B5FC7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26A3C3-1736-F8A9-1116-476DE38D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1A1BDD-4320-BEC8-F715-12009EA62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CE86E2-EB21-220A-F8E5-7DF87485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534450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064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704BDD-389C-1117-67D1-44681907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621D98-F192-B396-0F18-CD5C89E95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37B018-B1A1-2CA2-75AE-77BE21BE9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CD555-EA6D-4718-9667-EA17D1A31D71}" type="datetimeFigureOut">
              <a:rPr lang="fr-CI" smtClean="0"/>
              <a:t>13/01/2026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FE6BF2-CD04-5CD6-DF51-E3D4590AE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6DA2D1-A4B7-B64B-CBC2-2D59778FF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FD20-1912-471A-AF51-FB295891C3AF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63746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avec coins arrondis en haut 210">
            <a:extLst>
              <a:ext uri="{FF2B5EF4-FFF2-40B4-BE49-F238E27FC236}">
                <a16:creationId xmlns:a16="http://schemas.microsoft.com/office/drawing/2014/main" id="{8F5001D4-356F-E33F-5C20-144024DEC78F}"/>
              </a:ext>
            </a:extLst>
          </p:cNvPr>
          <p:cNvSpPr/>
          <p:nvPr/>
        </p:nvSpPr>
        <p:spPr>
          <a:xfrm rot="10800000" flipH="1">
            <a:off x="38603" y="6440295"/>
            <a:ext cx="9958387" cy="396240"/>
          </a:xfrm>
          <a:custGeom>
            <a:avLst/>
            <a:gdLst>
              <a:gd name="connsiteX0" fmla="*/ 248290 w 1223645"/>
              <a:gd name="connsiteY0" fmla="*/ 0 h 778510"/>
              <a:gd name="connsiteX1" fmla="*/ 975355 w 1223645"/>
              <a:gd name="connsiteY1" fmla="*/ 0 h 778510"/>
              <a:gd name="connsiteX2" fmla="*/ 1223645 w 1223645"/>
              <a:gd name="connsiteY2" fmla="*/ 248290 h 778510"/>
              <a:gd name="connsiteX3" fmla="*/ 1223645 w 1223645"/>
              <a:gd name="connsiteY3" fmla="*/ 778510 h 778510"/>
              <a:gd name="connsiteX4" fmla="*/ 1223645 w 1223645"/>
              <a:gd name="connsiteY4" fmla="*/ 778510 h 778510"/>
              <a:gd name="connsiteX5" fmla="*/ 0 w 1223645"/>
              <a:gd name="connsiteY5" fmla="*/ 778510 h 778510"/>
              <a:gd name="connsiteX6" fmla="*/ 0 w 1223645"/>
              <a:gd name="connsiteY6" fmla="*/ 778510 h 778510"/>
              <a:gd name="connsiteX7" fmla="*/ 0 w 1223645"/>
              <a:gd name="connsiteY7" fmla="*/ 248290 h 778510"/>
              <a:gd name="connsiteX8" fmla="*/ 248290 w 1223645"/>
              <a:gd name="connsiteY8" fmla="*/ 0 h 778510"/>
              <a:gd name="connsiteX0" fmla="*/ 252947 w 1228302"/>
              <a:gd name="connsiteY0" fmla="*/ 0 h 778510"/>
              <a:gd name="connsiteX1" fmla="*/ 980012 w 1228302"/>
              <a:gd name="connsiteY1" fmla="*/ 0 h 778510"/>
              <a:gd name="connsiteX2" fmla="*/ 1228302 w 1228302"/>
              <a:gd name="connsiteY2" fmla="*/ 248290 h 778510"/>
              <a:gd name="connsiteX3" fmla="*/ 1228302 w 1228302"/>
              <a:gd name="connsiteY3" fmla="*/ 778510 h 778510"/>
              <a:gd name="connsiteX4" fmla="*/ 1228302 w 1228302"/>
              <a:gd name="connsiteY4" fmla="*/ 778510 h 778510"/>
              <a:gd name="connsiteX5" fmla="*/ 4657 w 1228302"/>
              <a:gd name="connsiteY5" fmla="*/ 778510 h 778510"/>
              <a:gd name="connsiteX6" fmla="*/ 4657 w 1228302"/>
              <a:gd name="connsiteY6" fmla="*/ 778510 h 778510"/>
              <a:gd name="connsiteX7" fmla="*/ 0 w 1228302"/>
              <a:gd name="connsiteY7" fmla="*/ 635635 h 778510"/>
              <a:gd name="connsiteX8" fmla="*/ 4657 w 1228302"/>
              <a:gd name="connsiteY8" fmla="*/ 248290 h 778510"/>
              <a:gd name="connsiteX9" fmla="*/ 252947 w 1228302"/>
              <a:gd name="connsiteY9" fmla="*/ 0 h 778510"/>
              <a:gd name="connsiteX0" fmla="*/ 409185 w 1384540"/>
              <a:gd name="connsiteY0" fmla="*/ 0 h 778510"/>
              <a:gd name="connsiteX1" fmla="*/ 1136250 w 1384540"/>
              <a:gd name="connsiteY1" fmla="*/ 0 h 778510"/>
              <a:gd name="connsiteX2" fmla="*/ 1384540 w 1384540"/>
              <a:gd name="connsiteY2" fmla="*/ 248290 h 778510"/>
              <a:gd name="connsiteX3" fmla="*/ 1384540 w 1384540"/>
              <a:gd name="connsiteY3" fmla="*/ 778510 h 778510"/>
              <a:gd name="connsiteX4" fmla="*/ 1384540 w 1384540"/>
              <a:gd name="connsiteY4" fmla="*/ 778510 h 778510"/>
              <a:gd name="connsiteX5" fmla="*/ 160895 w 1384540"/>
              <a:gd name="connsiteY5" fmla="*/ 778510 h 778510"/>
              <a:gd name="connsiteX6" fmla="*/ 0 w 1384540"/>
              <a:gd name="connsiteY6" fmla="*/ 753110 h 778510"/>
              <a:gd name="connsiteX7" fmla="*/ 156238 w 1384540"/>
              <a:gd name="connsiteY7" fmla="*/ 635635 h 778510"/>
              <a:gd name="connsiteX8" fmla="*/ 160895 w 1384540"/>
              <a:gd name="connsiteY8" fmla="*/ 248290 h 778510"/>
              <a:gd name="connsiteX9" fmla="*/ 409185 w 1384540"/>
              <a:gd name="connsiteY9" fmla="*/ 0 h 778510"/>
              <a:gd name="connsiteX0" fmla="*/ 409185 w 1384618"/>
              <a:gd name="connsiteY0" fmla="*/ 0 h 778510"/>
              <a:gd name="connsiteX1" fmla="*/ 1136250 w 1384618"/>
              <a:gd name="connsiteY1" fmla="*/ 0 h 778510"/>
              <a:gd name="connsiteX2" fmla="*/ 1384540 w 1384618"/>
              <a:gd name="connsiteY2" fmla="*/ 248290 h 778510"/>
              <a:gd name="connsiteX3" fmla="*/ 1384618 w 1384618"/>
              <a:gd name="connsiteY3" fmla="*/ 643149 h 778510"/>
              <a:gd name="connsiteX4" fmla="*/ 1384540 w 1384618"/>
              <a:gd name="connsiteY4" fmla="*/ 778510 h 778510"/>
              <a:gd name="connsiteX5" fmla="*/ 1384540 w 1384618"/>
              <a:gd name="connsiteY5" fmla="*/ 778510 h 778510"/>
              <a:gd name="connsiteX6" fmla="*/ 160895 w 1384618"/>
              <a:gd name="connsiteY6" fmla="*/ 778510 h 778510"/>
              <a:gd name="connsiteX7" fmla="*/ 0 w 1384618"/>
              <a:gd name="connsiteY7" fmla="*/ 753110 h 778510"/>
              <a:gd name="connsiteX8" fmla="*/ 156238 w 1384618"/>
              <a:gd name="connsiteY8" fmla="*/ 635635 h 778510"/>
              <a:gd name="connsiteX9" fmla="*/ 160895 w 1384618"/>
              <a:gd name="connsiteY9" fmla="*/ 248290 h 778510"/>
              <a:gd name="connsiteX10" fmla="*/ 409185 w 1384618"/>
              <a:gd name="connsiteY10" fmla="*/ 0 h 778510"/>
              <a:gd name="connsiteX0" fmla="*/ 409185 w 1511569"/>
              <a:gd name="connsiteY0" fmla="*/ 0 h 778510"/>
              <a:gd name="connsiteX1" fmla="*/ 1136250 w 1511569"/>
              <a:gd name="connsiteY1" fmla="*/ 0 h 778510"/>
              <a:gd name="connsiteX2" fmla="*/ 1384540 w 1511569"/>
              <a:gd name="connsiteY2" fmla="*/ 248290 h 778510"/>
              <a:gd name="connsiteX3" fmla="*/ 1384618 w 1511569"/>
              <a:gd name="connsiteY3" fmla="*/ 643149 h 778510"/>
              <a:gd name="connsiteX4" fmla="*/ 1384540 w 1511569"/>
              <a:gd name="connsiteY4" fmla="*/ 778510 h 778510"/>
              <a:gd name="connsiteX5" fmla="*/ 1511569 w 1511569"/>
              <a:gd name="connsiteY5" fmla="*/ 778510 h 778510"/>
              <a:gd name="connsiteX6" fmla="*/ 160895 w 1511569"/>
              <a:gd name="connsiteY6" fmla="*/ 778510 h 778510"/>
              <a:gd name="connsiteX7" fmla="*/ 0 w 1511569"/>
              <a:gd name="connsiteY7" fmla="*/ 753110 h 778510"/>
              <a:gd name="connsiteX8" fmla="*/ 156238 w 1511569"/>
              <a:gd name="connsiteY8" fmla="*/ 635635 h 778510"/>
              <a:gd name="connsiteX9" fmla="*/ 160895 w 1511569"/>
              <a:gd name="connsiteY9" fmla="*/ 248290 h 778510"/>
              <a:gd name="connsiteX10" fmla="*/ 409185 w 1511569"/>
              <a:gd name="connsiteY10" fmla="*/ 0 h 778510"/>
              <a:gd name="connsiteX0" fmla="*/ 409185 w 1511569"/>
              <a:gd name="connsiteY0" fmla="*/ 0 h 778510"/>
              <a:gd name="connsiteX1" fmla="*/ 1136250 w 1511569"/>
              <a:gd name="connsiteY1" fmla="*/ 0 h 778510"/>
              <a:gd name="connsiteX2" fmla="*/ 1384540 w 1511569"/>
              <a:gd name="connsiteY2" fmla="*/ 248290 h 778510"/>
              <a:gd name="connsiteX3" fmla="*/ 1384618 w 1511569"/>
              <a:gd name="connsiteY3" fmla="*/ 643149 h 778510"/>
              <a:gd name="connsiteX4" fmla="*/ 1409945 w 1511569"/>
              <a:gd name="connsiteY4" fmla="*/ 727710 h 778510"/>
              <a:gd name="connsiteX5" fmla="*/ 1511569 w 1511569"/>
              <a:gd name="connsiteY5" fmla="*/ 778510 h 778510"/>
              <a:gd name="connsiteX6" fmla="*/ 160895 w 1511569"/>
              <a:gd name="connsiteY6" fmla="*/ 778510 h 778510"/>
              <a:gd name="connsiteX7" fmla="*/ 0 w 1511569"/>
              <a:gd name="connsiteY7" fmla="*/ 753110 h 778510"/>
              <a:gd name="connsiteX8" fmla="*/ 156238 w 1511569"/>
              <a:gd name="connsiteY8" fmla="*/ 635635 h 778510"/>
              <a:gd name="connsiteX9" fmla="*/ 160895 w 1511569"/>
              <a:gd name="connsiteY9" fmla="*/ 248290 h 778510"/>
              <a:gd name="connsiteX10" fmla="*/ 409185 w 1511569"/>
              <a:gd name="connsiteY10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5201 w 1516825"/>
              <a:gd name="connsiteY4" fmla="*/ 727710 h 778510"/>
              <a:gd name="connsiteX5" fmla="*/ 1516825 w 1516825"/>
              <a:gd name="connsiteY5" fmla="*/ 778510 h 778510"/>
              <a:gd name="connsiteX6" fmla="*/ 166151 w 1516825"/>
              <a:gd name="connsiteY6" fmla="*/ 778510 h 778510"/>
              <a:gd name="connsiteX7" fmla="*/ 0 w 1516825"/>
              <a:gd name="connsiteY7" fmla="*/ 778510 h 778510"/>
              <a:gd name="connsiteX8" fmla="*/ 161494 w 1516825"/>
              <a:gd name="connsiteY8" fmla="*/ 635635 h 778510"/>
              <a:gd name="connsiteX9" fmla="*/ 166151 w 1516825"/>
              <a:gd name="connsiteY9" fmla="*/ 248290 h 778510"/>
              <a:gd name="connsiteX10" fmla="*/ 414441 w 1516825"/>
              <a:gd name="connsiteY10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5201 w 1516825"/>
              <a:gd name="connsiteY4" fmla="*/ 727710 h 778510"/>
              <a:gd name="connsiteX5" fmla="*/ 1516825 w 1516825"/>
              <a:gd name="connsiteY5" fmla="*/ 778510 h 778510"/>
              <a:gd name="connsiteX6" fmla="*/ 166151 w 1516825"/>
              <a:gd name="connsiteY6" fmla="*/ 778510 h 778510"/>
              <a:gd name="connsiteX7" fmla="*/ 0 w 1516825"/>
              <a:gd name="connsiteY7" fmla="*/ 778510 h 778510"/>
              <a:gd name="connsiteX8" fmla="*/ 114388 w 1516825"/>
              <a:gd name="connsiteY8" fmla="*/ 678093 h 778510"/>
              <a:gd name="connsiteX9" fmla="*/ 161494 w 1516825"/>
              <a:gd name="connsiteY9" fmla="*/ 635635 h 778510"/>
              <a:gd name="connsiteX10" fmla="*/ 166151 w 1516825"/>
              <a:gd name="connsiteY10" fmla="*/ 248290 h 778510"/>
              <a:gd name="connsiteX11" fmla="*/ 414441 w 1516825"/>
              <a:gd name="connsiteY11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5201 w 1516825"/>
              <a:gd name="connsiteY4" fmla="*/ 727710 h 778510"/>
              <a:gd name="connsiteX5" fmla="*/ 1516825 w 1516825"/>
              <a:gd name="connsiteY5" fmla="*/ 778510 h 778510"/>
              <a:gd name="connsiteX6" fmla="*/ 166151 w 1516825"/>
              <a:gd name="connsiteY6" fmla="*/ 778510 h 778510"/>
              <a:gd name="connsiteX7" fmla="*/ 0 w 1516825"/>
              <a:gd name="connsiteY7" fmla="*/ 778510 h 778510"/>
              <a:gd name="connsiteX8" fmla="*/ 114388 w 1516825"/>
              <a:gd name="connsiteY8" fmla="*/ 678093 h 778510"/>
              <a:gd name="connsiteX9" fmla="*/ 53953 w 1516825"/>
              <a:gd name="connsiteY9" fmla="*/ 722762 h 778510"/>
              <a:gd name="connsiteX10" fmla="*/ 161494 w 1516825"/>
              <a:gd name="connsiteY10" fmla="*/ 635635 h 778510"/>
              <a:gd name="connsiteX11" fmla="*/ 166151 w 1516825"/>
              <a:gd name="connsiteY11" fmla="*/ 248290 h 778510"/>
              <a:gd name="connsiteX12" fmla="*/ 414441 w 1516825"/>
              <a:gd name="connsiteY12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5201 w 1516825"/>
              <a:gd name="connsiteY4" fmla="*/ 727710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14388 w 1516825"/>
              <a:gd name="connsiteY9" fmla="*/ 678093 h 778510"/>
              <a:gd name="connsiteX10" fmla="*/ 53953 w 1516825"/>
              <a:gd name="connsiteY10" fmla="*/ 722762 h 778510"/>
              <a:gd name="connsiteX11" fmla="*/ 161494 w 1516825"/>
              <a:gd name="connsiteY11" fmla="*/ 635635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14388 w 1516825"/>
              <a:gd name="connsiteY9" fmla="*/ 678093 h 778510"/>
              <a:gd name="connsiteX10" fmla="*/ 53953 w 1516825"/>
              <a:gd name="connsiteY10" fmla="*/ 722762 h 778510"/>
              <a:gd name="connsiteX11" fmla="*/ 161494 w 1516825"/>
              <a:gd name="connsiteY11" fmla="*/ 635635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30157 w 1516825"/>
              <a:gd name="connsiteY9" fmla="*/ 688603 h 778510"/>
              <a:gd name="connsiteX10" fmla="*/ 53953 w 1516825"/>
              <a:gd name="connsiteY10" fmla="*/ 722762 h 778510"/>
              <a:gd name="connsiteX11" fmla="*/ 161494 w 1516825"/>
              <a:gd name="connsiteY11" fmla="*/ 635635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30157 w 1516825"/>
              <a:gd name="connsiteY9" fmla="*/ 688603 h 778510"/>
              <a:gd name="connsiteX10" fmla="*/ 67095 w 1516825"/>
              <a:gd name="connsiteY10" fmla="*/ 738527 h 778510"/>
              <a:gd name="connsiteX11" fmla="*/ 161494 w 1516825"/>
              <a:gd name="connsiteY11" fmla="*/ 635635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30157 w 1516825"/>
              <a:gd name="connsiteY9" fmla="*/ 688603 h 778510"/>
              <a:gd name="connsiteX10" fmla="*/ 67095 w 1516825"/>
              <a:gd name="connsiteY10" fmla="*/ 738527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22272 w 1516825"/>
              <a:gd name="connsiteY9" fmla="*/ 685975 h 778510"/>
              <a:gd name="connsiteX10" fmla="*/ 67095 w 1516825"/>
              <a:gd name="connsiteY10" fmla="*/ 738527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66481 w 1516825"/>
              <a:gd name="connsiteY9" fmla="*/ 707311 h 778510"/>
              <a:gd name="connsiteX10" fmla="*/ 67095 w 1516825"/>
              <a:gd name="connsiteY10" fmla="*/ 738527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66481 w 1516825"/>
              <a:gd name="connsiteY9" fmla="*/ 707311 h 778510"/>
              <a:gd name="connsiteX10" fmla="*/ 112828 w 1516825"/>
              <a:gd name="connsiteY10" fmla="*/ 668423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46897 w 1516825"/>
              <a:gd name="connsiteY9" fmla="*/ 751507 h 778510"/>
              <a:gd name="connsiteX10" fmla="*/ 112828 w 1516825"/>
              <a:gd name="connsiteY10" fmla="*/ 668423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46897 w 1516825"/>
              <a:gd name="connsiteY9" fmla="*/ 751507 h 778510"/>
              <a:gd name="connsiteX10" fmla="*/ 135695 w 1516825"/>
              <a:gd name="connsiteY10" fmla="*/ 671471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46897 w 1516825"/>
              <a:gd name="connsiteY9" fmla="*/ 751507 h 778510"/>
              <a:gd name="connsiteX10" fmla="*/ 135695 w 1516825"/>
              <a:gd name="connsiteY10" fmla="*/ 671471 h 778510"/>
              <a:gd name="connsiteX11" fmla="*/ 98425 w 1516825"/>
              <a:gd name="connsiteY11" fmla="*/ 704723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46897 w 1516825"/>
              <a:gd name="connsiteY9" fmla="*/ 751507 h 778510"/>
              <a:gd name="connsiteX10" fmla="*/ 135695 w 1516825"/>
              <a:gd name="connsiteY10" fmla="*/ 671471 h 778510"/>
              <a:gd name="connsiteX11" fmla="*/ 98425 w 1516825"/>
              <a:gd name="connsiteY11" fmla="*/ 709295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2141 w 1516825"/>
              <a:gd name="connsiteY9" fmla="*/ 740839 h 778510"/>
              <a:gd name="connsiteX10" fmla="*/ 135695 w 1516825"/>
              <a:gd name="connsiteY10" fmla="*/ 671471 h 778510"/>
              <a:gd name="connsiteX11" fmla="*/ 98425 w 1516825"/>
              <a:gd name="connsiteY11" fmla="*/ 709295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2141 w 1516825"/>
              <a:gd name="connsiteY9" fmla="*/ 740839 h 778510"/>
              <a:gd name="connsiteX10" fmla="*/ 135695 w 1516825"/>
              <a:gd name="connsiteY10" fmla="*/ 671471 h 778510"/>
              <a:gd name="connsiteX11" fmla="*/ 102998 w 1516825"/>
              <a:gd name="connsiteY11" fmla="*/ 710819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35695 w 1516825"/>
              <a:gd name="connsiteY10" fmla="*/ 671471 h 778510"/>
              <a:gd name="connsiteX11" fmla="*/ 102998 w 1516825"/>
              <a:gd name="connsiteY11" fmla="*/ 710819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38744 w 1516825"/>
              <a:gd name="connsiteY10" fmla="*/ 677567 h 778510"/>
              <a:gd name="connsiteX11" fmla="*/ 102998 w 1516825"/>
              <a:gd name="connsiteY11" fmla="*/ 710819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38744 w 1516825"/>
              <a:gd name="connsiteY10" fmla="*/ 677567 h 778510"/>
              <a:gd name="connsiteX11" fmla="*/ 102998 w 1516825"/>
              <a:gd name="connsiteY11" fmla="*/ 710819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79904 w 1516825"/>
              <a:gd name="connsiteY10" fmla="*/ 712619 h 778510"/>
              <a:gd name="connsiteX11" fmla="*/ 102998 w 1516825"/>
              <a:gd name="connsiteY11" fmla="*/ 710819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79904 w 1516825"/>
              <a:gd name="connsiteY10" fmla="*/ 712619 h 778510"/>
              <a:gd name="connsiteX11" fmla="*/ 122816 w 1516825"/>
              <a:gd name="connsiteY11" fmla="*/ 689483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15877 w 1516825"/>
              <a:gd name="connsiteY10" fmla="*/ 717191 h 778510"/>
              <a:gd name="connsiteX11" fmla="*/ 122816 w 1516825"/>
              <a:gd name="connsiteY11" fmla="*/ 689483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15877 w 1516825"/>
              <a:gd name="connsiteY10" fmla="*/ 717191 h 778510"/>
              <a:gd name="connsiteX11" fmla="*/ 122816 w 1516825"/>
              <a:gd name="connsiteY11" fmla="*/ 689483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06730 w 1516825"/>
              <a:gd name="connsiteY10" fmla="*/ 717191 h 778510"/>
              <a:gd name="connsiteX11" fmla="*/ 122816 w 1516825"/>
              <a:gd name="connsiteY11" fmla="*/ 689483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06730 w 1516825"/>
              <a:gd name="connsiteY10" fmla="*/ 717191 h 778510"/>
              <a:gd name="connsiteX11" fmla="*/ 138061 w 1516825"/>
              <a:gd name="connsiteY11" fmla="*/ 678815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03681 w 1516825"/>
              <a:gd name="connsiteY10" fmla="*/ 723287 h 778510"/>
              <a:gd name="connsiteX11" fmla="*/ 138061 w 1516825"/>
              <a:gd name="connsiteY11" fmla="*/ 678815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89574 w 1516825"/>
              <a:gd name="connsiteY4" fmla="*/ 740217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03681 w 1516825"/>
              <a:gd name="connsiteY10" fmla="*/ 723287 h 778510"/>
              <a:gd name="connsiteX11" fmla="*/ 138061 w 1516825"/>
              <a:gd name="connsiteY11" fmla="*/ 678815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89574 w 1516825"/>
              <a:gd name="connsiteY4" fmla="*/ 740217 h 778510"/>
              <a:gd name="connsiteX5" fmla="*/ 1384681 w 1516825"/>
              <a:gd name="connsiteY5" fmla="*/ 689483 h 778510"/>
              <a:gd name="connsiteX6" fmla="*/ 1457084 w 1516825"/>
              <a:gd name="connsiteY6" fmla="*/ 746411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89574 w 1516825"/>
              <a:gd name="connsiteY4" fmla="*/ 740217 h 778510"/>
              <a:gd name="connsiteX5" fmla="*/ 1398401 w 1516825"/>
              <a:gd name="connsiteY5" fmla="*/ 674243 h 778510"/>
              <a:gd name="connsiteX6" fmla="*/ 1457084 w 1516825"/>
              <a:gd name="connsiteY6" fmla="*/ 746411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31645 w 1516825"/>
              <a:gd name="connsiteY4" fmla="*/ 718881 h 778510"/>
              <a:gd name="connsiteX5" fmla="*/ 1398401 w 1516825"/>
              <a:gd name="connsiteY5" fmla="*/ 674243 h 778510"/>
              <a:gd name="connsiteX6" fmla="*/ 1457084 w 1516825"/>
              <a:gd name="connsiteY6" fmla="*/ 746411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31645 w 1516825"/>
              <a:gd name="connsiteY4" fmla="*/ 718881 h 778510"/>
              <a:gd name="connsiteX5" fmla="*/ 1421547 w 1516825"/>
              <a:gd name="connsiteY5" fmla="*/ 707771 h 778510"/>
              <a:gd name="connsiteX6" fmla="*/ 1457084 w 1516825"/>
              <a:gd name="connsiteY6" fmla="*/ 746411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31645 w 1516825"/>
              <a:gd name="connsiteY4" fmla="*/ 718881 h 778510"/>
              <a:gd name="connsiteX5" fmla="*/ 1421547 w 1516825"/>
              <a:gd name="connsiteY5" fmla="*/ 707771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31645 w 1516825"/>
              <a:gd name="connsiteY4" fmla="*/ 718881 h 778510"/>
              <a:gd name="connsiteX5" fmla="*/ 1432218 w 1516825"/>
              <a:gd name="connsiteY5" fmla="*/ 713867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4147 w 1516825"/>
              <a:gd name="connsiteY4" fmla="*/ 682305 h 778510"/>
              <a:gd name="connsiteX5" fmla="*/ 1432218 w 1516825"/>
              <a:gd name="connsiteY5" fmla="*/ 713867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4147 w 1516825"/>
              <a:gd name="connsiteY4" fmla="*/ 682305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4147 w 1516825"/>
              <a:gd name="connsiteY4" fmla="*/ 682305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6 w 1516825"/>
              <a:gd name="connsiteY4" fmla="*/ 686877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68231 w 1516825"/>
              <a:gd name="connsiteY4" fmla="*/ 696021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2623 w 1516825"/>
              <a:gd name="connsiteY4" fmla="*/ 699069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2623 w 1516825"/>
              <a:gd name="connsiteY4" fmla="*/ 699069 h 778510"/>
              <a:gd name="connsiteX5" fmla="*/ 1432218 w 1516825"/>
              <a:gd name="connsiteY5" fmla="*/ 727583 h 778510"/>
              <a:gd name="connsiteX6" fmla="*/ 1475378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2623 w 1516825"/>
              <a:gd name="connsiteY4" fmla="*/ 699069 h 778510"/>
              <a:gd name="connsiteX5" fmla="*/ 1432218 w 1516825"/>
              <a:gd name="connsiteY5" fmla="*/ 727583 h 778510"/>
              <a:gd name="connsiteX6" fmla="*/ 1466231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2623 w 1516825"/>
              <a:gd name="connsiteY4" fmla="*/ 699069 h 778510"/>
              <a:gd name="connsiteX5" fmla="*/ 1423071 w 1516825"/>
              <a:gd name="connsiteY5" fmla="*/ 735203 h 778510"/>
              <a:gd name="connsiteX6" fmla="*/ 1466231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7 w 1516825"/>
              <a:gd name="connsiteY4" fmla="*/ 700593 h 778510"/>
              <a:gd name="connsiteX5" fmla="*/ 1423071 w 1516825"/>
              <a:gd name="connsiteY5" fmla="*/ 735203 h 778510"/>
              <a:gd name="connsiteX6" fmla="*/ 1466231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7 w 1516825"/>
              <a:gd name="connsiteY4" fmla="*/ 700593 h 778510"/>
              <a:gd name="connsiteX5" fmla="*/ 1427645 w 1516825"/>
              <a:gd name="connsiteY5" fmla="*/ 735203 h 778510"/>
              <a:gd name="connsiteX6" fmla="*/ 1466231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7 w 1516825"/>
              <a:gd name="connsiteY4" fmla="*/ 700593 h 778510"/>
              <a:gd name="connsiteX5" fmla="*/ 1427645 w 1516825"/>
              <a:gd name="connsiteY5" fmla="*/ 735203 h 778510"/>
              <a:gd name="connsiteX6" fmla="*/ 1467756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7 w 1516825"/>
              <a:gd name="connsiteY4" fmla="*/ 700593 h 778510"/>
              <a:gd name="connsiteX5" fmla="*/ 1427645 w 1516825"/>
              <a:gd name="connsiteY5" fmla="*/ 735203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1099 w 1516825"/>
              <a:gd name="connsiteY4" fmla="*/ 692973 h 778510"/>
              <a:gd name="connsiteX5" fmla="*/ 1427645 w 1516825"/>
              <a:gd name="connsiteY5" fmla="*/ 735203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1099 w 1516825"/>
              <a:gd name="connsiteY4" fmla="*/ 692973 h 778510"/>
              <a:gd name="connsiteX5" fmla="*/ 1436792 w 1516825"/>
              <a:gd name="connsiteY5" fmla="*/ 74129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5672 w 1516825"/>
              <a:gd name="connsiteY4" fmla="*/ 702117 h 778510"/>
              <a:gd name="connsiteX5" fmla="*/ 1436792 w 1516825"/>
              <a:gd name="connsiteY5" fmla="*/ 74129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5672 w 1516825"/>
              <a:gd name="connsiteY4" fmla="*/ 702117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3295 w 1516825"/>
              <a:gd name="connsiteY4" fmla="*/ 692973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65184 w 1516825"/>
              <a:gd name="connsiteY4" fmla="*/ 718881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65184 w 1516825"/>
              <a:gd name="connsiteY4" fmla="*/ 718881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65184 w 1516825"/>
              <a:gd name="connsiteY4" fmla="*/ 718881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7869 w 1516825"/>
              <a:gd name="connsiteY4" fmla="*/ 708213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7869 w 1516825"/>
              <a:gd name="connsiteY4" fmla="*/ 708213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7869 w 1516825"/>
              <a:gd name="connsiteY4" fmla="*/ 708213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6345 w 1516825"/>
              <a:gd name="connsiteY4" fmla="*/ 7021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6345 w 1516825"/>
              <a:gd name="connsiteY4" fmla="*/ 7021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553471 h 778510"/>
              <a:gd name="connsiteX4" fmla="*/ 1406345 w 1516825"/>
              <a:gd name="connsiteY4" fmla="*/ 7021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553471 h 778510"/>
              <a:gd name="connsiteX4" fmla="*/ 1406345 w 1516825"/>
              <a:gd name="connsiteY4" fmla="*/ 7021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553471 h 778510"/>
              <a:gd name="connsiteX4" fmla="*/ 1393727 w 1516825"/>
              <a:gd name="connsiteY4" fmla="*/ 6463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553471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4466 w 1516825"/>
              <a:gd name="connsiteY3" fmla="*/ 497670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84466 w 1516825"/>
              <a:gd name="connsiteY3" fmla="*/ 497670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69332 w 1516825"/>
              <a:gd name="connsiteY6" fmla="*/ 752625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21537 w 1516825"/>
              <a:gd name="connsiteY5" fmla="*/ 706366 h 778510"/>
              <a:gd name="connsiteX6" fmla="*/ 1469332 w 1516825"/>
              <a:gd name="connsiteY6" fmla="*/ 752625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9332 w 1516825"/>
              <a:gd name="connsiteY6" fmla="*/ 752625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9540 w 1516825"/>
              <a:gd name="connsiteY13" fmla="*/ 490245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9540 w 1516825"/>
              <a:gd name="connsiteY13" fmla="*/ 490245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9540 w 1516825"/>
              <a:gd name="connsiteY13" fmla="*/ 490245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4131 w 1516825"/>
              <a:gd name="connsiteY13" fmla="*/ 488253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30721 w 1516825"/>
              <a:gd name="connsiteY11" fmla="*/ 6953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30721 w 1516825"/>
              <a:gd name="connsiteY11" fmla="*/ 6953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30721 w 1516825"/>
              <a:gd name="connsiteY11" fmla="*/ 6953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63299 w 1516825"/>
              <a:gd name="connsiteY11" fmla="*/ 619030 h 778510"/>
              <a:gd name="connsiteX12" fmla="*/ 169540 w 1516825"/>
              <a:gd name="connsiteY12" fmla="*/ 484268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75700 w 1516825"/>
              <a:gd name="connsiteY4" fmla="*/ 624395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63299 w 1516825"/>
              <a:gd name="connsiteY11" fmla="*/ 619030 h 778510"/>
              <a:gd name="connsiteX12" fmla="*/ 169540 w 1516825"/>
              <a:gd name="connsiteY12" fmla="*/ 484268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63299 w 1516825"/>
              <a:gd name="connsiteY11" fmla="*/ 619030 h 778510"/>
              <a:gd name="connsiteX12" fmla="*/ 169540 w 1516825"/>
              <a:gd name="connsiteY12" fmla="*/ 484268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63299 w 1516825"/>
              <a:gd name="connsiteY11" fmla="*/ 619030 h 778510"/>
              <a:gd name="connsiteX12" fmla="*/ 169540 w 1516825"/>
              <a:gd name="connsiteY12" fmla="*/ 484268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52313 w 1516825"/>
              <a:gd name="connsiteY11" fmla="*/ 651000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52313 w 1516825"/>
              <a:gd name="connsiteY11" fmla="*/ 654986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96435 w 1516825"/>
              <a:gd name="connsiteY10" fmla="*/ 720732 h 778510"/>
              <a:gd name="connsiteX11" fmla="*/ 130721 w 1516825"/>
              <a:gd name="connsiteY11" fmla="*/ 695387 h 778510"/>
              <a:gd name="connsiteX12" fmla="*/ 152313 w 1516825"/>
              <a:gd name="connsiteY12" fmla="*/ 654986 h 778510"/>
              <a:gd name="connsiteX13" fmla="*/ 163299 w 1516825"/>
              <a:gd name="connsiteY13" fmla="*/ 619030 h 778510"/>
              <a:gd name="connsiteX14" fmla="*/ 169540 w 1516825"/>
              <a:gd name="connsiteY14" fmla="*/ 484268 h 778510"/>
              <a:gd name="connsiteX15" fmla="*/ 166151 w 1516825"/>
              <a:gd name="connsiteY15" fmla="*/ 248290 h 778510"/>
              <a:gd name="connsiteX16" fmla="*/ 414441 w 1516825"/>
              <a:gd name="connsiteY16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37514 w 1516825"/>
              <a:gd name="connsiteY6" fmla="*/ 716747 h 778510"/>
              <a:gd name="connsiteX7" fmla="*/ 1467530 w 1516825"/>
              <a:gd name="connsiteY7" fmla="*/ 746646 h 778510"/>
              <a:gd name="connsiteX8" fmla="*/ 1516825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96435 w 1516825"/>
              <a:gd name="connsiteY11" fmla="*/ 720732 h 778510"/>
              <a:gd name="connsiteX12" fmla="*/ 130721 w 1516825"/>
              <a:gd name="connsiteY12" fmla="*/ 695387 h 778510"/>
              <a:gd name="connsiteX13" fmla="*/ 152313 w 1516825"/>
              <a:gd name="connsiteY13" fmla="*/ 654986 h 778510"/>
              <a:gd name="connsiteX14" fmla="*/ 163299 w 1516825"/>
              <a:gd name="connsiteY14" fmla="*/ 619030 h 778510"/>
              <a:gd name="connsiteX15" fmla="*/ 169540 w 1516825"/>
              <a:gd name="connsiteY15" fmla="*/ 484268 h 778510"/>
              <a:gd name="connsiteX16" fmla="*/ 166151 w 1516825"/>
              <a:gd name="connsiteY16" fmla="*/ 248290 h 778510"/>
              <a:gd name="connsiteX17" fmla="*/ 414441 w 1516825"/>
              <a:gd name="connsiteY17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60617 w 1516825"/>
              <a:gd name="connsiteY11" fmla="*/ 751507 h 778510"/>
              <a:gd name="connsiteX12" fmla="*/ 96435 w 1516825"/>
              <a:gd name="connsiteY12" fmla="*/ 720732 h 778510"/>
              <a:gd name="connsiteX13" fmla="*/ 130721 w 1516825"/>
              <a:gd name="connsiteY13" fmla="*/ 695387 h 778510"/>
              <a:gd name="connsiteX14" fmla="*/ 152313 w 1516825"/>
              <a:gd name="connsiteY14" fmla="*/ 654986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96435 w 1516825"/>
              <a:gd name="connsiteY12" fmla="*/ 720732 h 778510"/>
              <a:gd name="connsiteX13" fmla="*/ 130721 w 1516825"/>
              <a:gd name="connsiteY13" fmla="*/ 695387 h 778510"/>
              <a:gd name="connsiteX14" fmla="*/ 152313 w 1516825"/>
              <a:gd name="connsiteY14" fmla="*/ 654986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95387 h 778510"/>
              <a:gd name="connsiteX14" fmla="*/ 152313 w 1516825"/>
              <a:gd name="connsiteY14" fmla="*/ 654986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85423 h 778510"/>
              <a:gd name="connsiteX14" fmla="*/ 152313 w 1516825"/>
              <a:gd name="connsiteY14" fmla="*/ 654986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6747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62419 w 1516825"/>
              <a:gd name="connsiteY11" fmla="*/ 741542 h 778510"/>
              <a:gd name="connsiteX12" fmla="*/ 100040 w 1516825"/>
              <a:gd name="connsiteY12" fmla="*/ 716747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3897 w 1516825"/>
              <a:gd name="connsiteY4" fmla="*/ 604467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62419 w 1516825"/>
              <a:gd name="connsiteY11" fmla="*/ 741542 h 778510"/>
              <a:gd name="connsiteX12" fmla="*/ 100040 w 1516825"/>
              <a:gd name="connsiteY12" fmla="*/ 716747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141737 w 1596143"/>
              <a:gd name="connsiteY11" fmla="*/ 741542 h 778510"/>
              <a:gd name="connsiteX12" fmla="*/ 179358 w 1596143"/>
              <a:gd name="connsiteY12" fmla="*/ 716747 h 778510"/>
              <a:gd name="connsiteX13" fmla="*/ 210039 w 1596143"/>
              <a:gd name="connsiteY13" fmla="*/ 685423 h 778510"/>
              <a:gd name="connsiteX14" fmla="*/ 224421 w 1596143"/>
              <a:gd name="connsiteY14" fmla="*/ 647014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79358 w 1596143"/>
              <a:gd name="connsiteY12" fmla="*/ 716747 h 778510"/>
              <a:gd name="connsiteX13" fmla="*/ 210039 w 1596143"/>
              <a:gd name="connsiteY13" fmla="*/ 685423 h 778510"/>
              <a:gd name="connsiteX14" fmla="*/ 224421 w 1596143"/>
              <a:gd name="connsiteY14" fmla="*/ 647014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210039 w 1596143"/>
              <a:gd name="connsiteY13" fmla="*/ 685423 h 778510"/>
              <a:gd name="connsiteX14" fmla="*/ 224421 w 1596143"/>
              <a:gd name="connsiteY14" fmla="*/ 647014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47014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37050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37050 h 778510"/>
              <a:gd name="connsiteX15" fmla="*/ 244419 w 1596143"/>
              <a:gd name="connsiteY15" fmla="*/ 581166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37050 h 778510"/>
              <a:gd name="connsiteX15" fmla="*/ 244419 w 1596143"/>
              <a:gd name="connsiteY15" fmla="*/ 581166 h 778510"/>
              <a:gd name="connsiteX16" fmla="*/ 241646 w 1596143"/>
              <a:gd name="connsiteY16" fmla="*/ 492239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37050 h 778510"/>
              <a:gd name="connsiteX15" fmla="*/ 237537 w 1596143"/>
              <a:gd name="connsiteY15" fmla="*/ 583159 h 778510"/>
              <a:gd name="connsiteX16" fmla="*/ 241646 w 1596143"/>
              <a:gd name="connsiteY16" fmla="*/ 492239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0815 w 1596143"/>
              <a:gd name="connsiteY14" fmla="*/ 643028 h 778510"/>
              <a:gd name="connsiteX15" fmla="*/ 237537 w 1596143"/>
              <a:gd name="connsiteY15" fmla="*/ 583159 h 778510"/>
              <a:gd name="connsiteX16" fmla="*/ 241646 w 1596143"/>
              <a:gd name="connsiteY16" fmla="*/ 492239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495447 w 1679078"/>
              <a:gd name="connsiteY6" fmla="*/ 690422 h 780503"/>
              <a:gd name="connsiteX7" fmla="*/ 1516832 w 1679078"/>
              <a:gd name="connsiteY7" fmla="*/ 716747 h 780503"/>
              <a:gd name="connsiteX8" fmla="*/ 1546848 w 1679078"/>
              <a:gd name="connsiteY8" fmla="*/ 746646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495447 w 1679078"/>
              <a:gd name="connsiteY6" fmla="*/ 690422 h 780503"/>
              <a:gd name="connsiteX7" fmla="*/ 1516832 w 1679078"/>
              <a:gd name="connsiteY7" fmla="*/ 716747 h 780503"/>
              <a:gd name="connsiteX8" fmla="*/ 1590112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495447 w 1679078"/>
              <a:gd name="connsiteY6" fmla="*/ 690422 h 780503"/>
              <a:gd name="connsiteX7" fmla="*/ 1525846 w 1679078"/>
              <a:gd name="connsiteY7" fmla="*/ 708775 h 780503"/>
              <a:gd name="connsiteX8" fmla="*/ 1590112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25846 w 1679078"/>
              <a:gd name="connsiteY7" fmla="*/ 708775 h 780503"/>
              <a:gd name="connsiteX8" fmla="*/ 1590112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25846 w 1679078"/>
              <a:gd name="connsiteY7" fmla="*/ 708775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25846 w 1679078"/>
              <a:gd name="connsiteY7" fmla="*/ 708775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25846 w 1679078"/>
              <a:gd name="connsiteY7" fmla="*/ 708775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5018 w 1679078"/>
              <a:gd name="connsiteY4" fmla="*/ 598487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5018 w 1679078"/>
              <a:gd name="connsiteY4" fmla="*/ 598487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7176 w 1679078"/>
              <a:gd name="connsiteY5" fmla="*/ 65099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5469 w 1679078"/>
              <a:gd name="connsiteY16" fmla="*/ 248290 h 780503"/>
              <a:gd name="connsiteX17" fmla="*/ 493759 w 1679078"/>
              <a:gd name="connsiteY17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45469 w 1679078"/>
              <a:gd name="connsiteY15" fmla="*/ 248290 h 780503"/>
              <a:gd name="connsiteX16" fmla="*/ 493759 w 1679078"/>
              <a:gd name="connsiteY16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493759 w 1679078"/>
              <a:gd name="connsiteY15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493759 w 1679078"/>
              <a:gd name="connsiteY14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493759 w 1679078"/>
              <a:gd name="connsiteY13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493759 w 1679078"/>
              <a:gd name="connsiteY12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493759 w 1679078"/>
              <a:gd name="connsiteY11" fmla="*/ 0 h 780503"/>
              <a:gd name="connsiteX0" fmla="*/ 0 w 5909830"/>
              <a:gd name="connsiteY0" fmla="*/ 0 h 825532"/>
              <a:gd name="connsiteX1" fmla="*/ 5451576 w 5909830"/>
              <a:gd name="connsiteY1" fmla="*/ 45029 h 825532"/>
              <a:gd name="connsiteX2" fmla="*/ 5685444 w 5909830"/>
              <a:gd name="connsiteY2" fmla="*/ 291328 h 825532"/>
              <a:gd name="connsiteX3" fmla="*/ 5685521 w 5909830"/>
              <a:gd name="connsiteY3" fmla="*/ 548677 h 825532"/>
              <a:gd name="connsiteX4" fmla="*/ 5689376 w 5909830"/>
              <a:gd name="connsiteY4" fmla="*/ 635545 h 825532"/>
              <a:gd name="connsiteX5" fmla="*/ 5706127 w 5909830"/>
              <a:gd name="connsiteY5" fmla="*/ 690047 h 825532"/>
              <a:gd name="connsiteX6" fmla="*/ 5737014 w 5909830"/>
              <a:gd name="connsiteY6" fmla="*/ 725485 h 825532"/>
              <a:gd name="connsiteX7" fmla="*/ 5783637 w 5909830"/>
              <a:gd name="connsiteY7" fmla="*/ 763770 h 825532"/>
              <a:gd name="connsiteX8" fmla="*/ 5835285 w 5909830"/>
              <a:gd name="connsiteY8" fmla="*/ 795660 h 825532"/>
              <a:gd name="connsiteX9" fmla="*/ 5909830 w 5909830"/>
              <a:gd name="connsiteY9" fmla="*/ 825532 h 825532"/>
              <a:gd name="connsiteX10" fmla="*/ 4230752 w 5909830"/>
              <a:gd name="connsiteY10" fmla="*/ 821546 h 825532"/>
              <a:gd name="connsiteX11" fmla="*/ 0 w 5909830"/>
              <a:gd name="connsiteY11" fmla="*/ 0 h 825532"/>
              <a:gd name="connsiteX0" fmla="*/ 6591 w 5916421"/>
              <a:gd name="connsiteY0" fmla="*/ 0 h 825532"/>
              <a:gd name="connsiteX1" fmla="*/ 5458167 w 5916421"/>
              <a:gd name="connsiteY1" fmla="*/ 45029 h 825532"/>
              <a:gd name="connsiteX2" fmla="*/ 5692035 w 5916421"/>
              <a:gd name="connsiteY2" fmla="*/ 291328 h 825532"/>
              <a:gd name="connsiteX3" fmla="*/ 5692112 w 5916421"/>
              <a:gd name="connsiteY3" fmla="*/ 548677 h 825532"/>
              <a:gd name="connsiteX4" fmla="*/ 5695967 w 5916421"/>
              <a:gd name="connsiteY4" fmla="*/ 635545 h 825532"/>
              <a:gd name="connsiteX5" fmla="*/ 5712718 w 5916421"/>
              <a:gd name="connsiteY5" fmla="*/ 690047 h 825532"/>
              <a:gd name="connsiteX6" fmla="*/ 5743605 w 5916421"/>
              <a:gd name="connsiteY6" fmla="*/ 725485 h 825532"/>
              <a:gd name="connsiteX7" fmla="*/ 5790228 w 5916421"/>
              <a:gd name="connsiteY7" fmla="*/ 763770 h 825532"/>
              <a:gd name="connsiteX8" fmla="*/ 5841876 w 5916421"/>
              <a:gd name="connsiteY8" fmla="*/ 795660 h 825532"/>
              <a:gd name="connsiteX9" fmla="*/ 5916421 w 5916421"/>
              <a:gd name="connsiteY9" fmla="*/ 825532 h 825532"/>
              <a:gd name="connsiteX10" fmla="*/ 0 w 5916421"/>
              <a:gd name="connsiteY10" fmla="*/ 806536 h 825532"/>
              <a:gd name="connsiteX11" fmla="*/ 6591 w 5916421"/>
              <a:gd name="connsiteY11" fmla="*/ 0 h 825532"/>
              <a:gd name="connsiteX0" fmla="*/ 0 w 16947221"/>
              <a:gd name="connsiteY0" fmla="*/ 0 h 844294"/>
              <a:gd name="connsiteX1" fmla="*/ 16488967 w 16947221"/>
              <a:gd name="connsiteY1" fmla="*/ 63791 h 844294"/>
              <a:gd name="connsiteX2" fmla="*/ 16722835 w 16947221"/>
              <a:gd name="connsiteY2" fmla="*/ 310090 h 844294"/>
              <a:gd name="connsiteX3" fmla="*/ 16722912 w 16947221"/>
              <a:gd name="connsiteY3" fmla="*/ 567439 h 844294"/>
              <a:gd name="connsiteX4" fmla="*/ 16726767 w 16947221"/>
              <a:gd name="connsiteY4" fmla="*/ 654307 h 844294"/>
              <a:gd name="connsiteX5" fmla="*/ 16743518 w 16947221"/>
              <a:gd name="connsiteY5" fmla="*/ 708809 h 844294"/>
              <a:gd name="connsiteX6" fmla="*/ 16774405 w 16947221"/>
              <a:gd name="connsiteY6" fmla="*/ 744247 h 844294"/>
              <a:gd name="connsiteX7" fmla="*/ 16821028 w 16947221"/>
              <a:gd name="connsiteY7" fmla="*/ 782532 h 844294"/>
              <a:gd name="connsiteX8" fmla="*/ 16872676 w 16947221"/>
              <a:gd name="connsiteY8" fmla="*/ 814422 h 844294"/>
              <a:gd name="connsiteX9" fmla="*/ 16947221 w 16947221"/>
              <a:gd name="connsiteY9" fmla="*/ 844294 h 844294"/>
              <a:gd name="connsiteX10" fmla="*/ 11030800 w 16947221"/>
              <a:gd name="connsiteY10" fmla="*/ 825298 h 844294"/>
              <a:gd name="connsiteX11" fmla="*/ 0 w 16947221"/>
              <a:gd name="connsiteY11" fmla="*/ 0 h 844294"/>
              <a:gd name="connsiteX0" fmla="*/ 0 w 16947221"/>
              <a:gd name="connsiteY0" fmla="*/ 0 h 900346"/>
              <a:gd name="connsiteX1" fmla="*/ 16488967 w 16947221"/>
              <a:gd name="connsiteY1" fmla="*/ 63791 h 900346"/>
              <a:gd name="connsiteX2" fmla="*/ 16722835 w 16947221"/>
              <a:gd name="connsiteY2" fmla="*/ 310090 h 900346"/>
              <a:gd name="connsiteX3" fmla="*/ 16722912 w 16947221"/>
              <a:gd name="connsiteY3" fmla="*/ 567439 h 900346"/>
              <a:gd name="connsiteX4" fmla="*/ 16726767 w 16947221"/>
              <a:gd name="connsiteY4" fmla="*/ 654307 h 900346"/>
              <a:gd name="connsiteX5" fmla="*/ 16743518 w 16947221"/>
              <a:gd name="connsiteY5" fmla="*/ 708809 h 900346"/>
              <a:gd name="connsiteX6" fmla="*/ 16774405 w 16947221"/>
              <a:gd name="connsiteY6" fmla="*/ 744247 h 900346"/>
              <a:gd name="connsiteX7" fmla="*/ 16821028 w 16947221"/>
              <a:gd name="connsiteY7" fmla="*/ 782532 h 900346"/>
              <a:gd name="connsiteX8" fmla="*/ 16872676 w 16947221"/>
              <a:gd name="connsiteY8" fmla="*/ 814422 h 900346"/>
              <a:gd name="connsiteX9" fmla="*/ 16947221 w 16947221"/>
              <a:gd name="connsiteY9" fmla="*/ 844294 h 900346"/>
              <a:gd name="connsiteX10" fmla="*/ 12439 w 16947221"/>
              <a:gd name="connsiteY10" fmla="*/ 900346 h 900346"/>
              <a:gd name="connsiteX11" fmla="*/ 0 w 16947221"/>
              <a:gd name="connsiteY11" fmla="*/ 0 h 900346"/>
              <a:gd name="connsiteX0" fmla="*/ 0 w 16947221"/>
              <a:gd name="connsiteY0" fmla="*/ 0 h 844294"/>
              <a:gd name="connsiteX1" fmla="*/ 16488967 w 16947221"/>
              <a:gd name="connsiteY1" fmla="*/ 63791 h 844294"/>
              <a:gd name="connsiteX2" fmla="*/ 16722835 w 16947221"/>
              <a:gd name="connsiteY2" fmla="*/ 310090 h 844294"/>
              <a:gd name="connsiteX3" fmla="*/ 16722912 w 16947221"/>
              <a:gd name="connsiteY3" fmla="*/ 567439 h 844294"/>
              <a:gd name="connsiteX4" fmla="*/ 16726767 w 16947221"/>
              <a:gd name="connsiteY4" fmla="*/ 654307 h 844294"/>
              <a:gd name="connsiteX5" fmla="*/ 16743518 w 16947221"/>
              <a:gd name="connsiteY5" fmla="*/ 708809 h 844294"/>
              <a:gd name="connsiteX6" fmla="*/ 16774405 w 16947221"/>
              <a:gd name="connsiteY6" fmla="*/ 744247 h 844294"/>
              <a:gd name="connsiteX7" fmla="*/ 16821028 w 16947221"/>
              <a:gd name="connsiteY7" fmla="*/ 782532 h 844294"/>
              <a:gd name="connsiteX8" fmla="*/ 16872676 w 16947221"/>
              <a:gd name="connsiteY8" fmla="*/ 814422 h 844294"/>
              <a:gd name="connsiteX9" fmla="*/ 16947221 w 16947221"/>
              <a:gd name="connsiteY9" fmla="*/ 844294 h 844294"/>
              <a:gd name="connsiteX10" fmla="*/ 50499 w 16947221"/>
              <a:gd name="connsiteY10" fmla="*/ 825298 h 844294"/>
              <a:gd name="connsiteX11" fmla="*/ 0 w 16947221"/>
              <a:gd name="connsiteY11" fmla="*/ 0 h 844294"/>
              <a:gd name="connsiteX0" fmla="*/ 6591 w 16896722"/>
              <a:gd name="connsiteY0" fmla="*/ 0 h 788008"/>
              <a:gd name="connsiteX1" fmla="*/ 16438468 w 16896722"/>
              <a:gd name="connsiteY1" fmla="*/ 7505 h 788008"/>
              <a:gd name="connsiteX2" fmla="*/ 16672336 w 16896722"/>
              <a:gd name="connsiteY2" fmla="*/ 253804 h 788008"/>
              <a:gd name="connsiteX3" fmla="*/ 16672413 w 16896722"/>
              <a:gd name="connsiteY3" fmla="*/ 511153 h 788008"/>
              <a:gd name="connsiteX4" fmla="*/ 16676268 w 16896722"/>
              <a:gd name="connsiteY4" fmla="*/ 598021 h 788008"/>
              <a:gd name="connsiteX5" fmla="*/ 16693019 w 16896722"/>
              <a:gd name="connsiteY5" fmla="*/ 652523 h 788008"/>
              <a:gd name="connsiteX6" fmla="*/ 16723906 w 16896722"/>
              <a:gd name="connsiteY6" fmla="*/ 687961 h 788008"/>
              <a:gd name="connsiteX7" fmla="*/ 16770529 w 16896722"/>
              <a:gd name="connsiteY7" fmla="*/ 726246 h 788008"/>
              <a:gd name="connsiteX8" fmla="*/ 16822177 w 16896722"/>
              <a:gd name="connsiteY8" fmla="*/ 758136 h 788008"/>
              <a:gd name="connsiteX9" fmla="*/ 16896722 w 16896722"/>
              <a:gd name="connsiteY9" fmla="*/ 788008 h 788008"/>
              <a:gd name="connsiteX10" fmla="*/ 0 w 16896722"/>
              <a:gd name="connsiteY10" fmla="*/ 769012 h 788008"/>
              <a:gd name="connsiteX11" fmla="*/ 6591 w 16896722"/>
              <a:gd name="connsiteY11" fmla="*/ 0 h 788008"/>
              <a:gd name="connsiteX0" fmla="*/ 0 w 16928191"/>
              <a:gd name="connsiteY0" fmla="*/ 48781 h 780503"/>
              <a:gd name="connsiteX1" fmla="*/ 16469937 w 16928191"/>
              <a:gd name="connsiteY1" fmla="*/ 0 h 780503"/>
              <a:gd name="connsiteX2" fmla="*/ 16703805 w 16928191"/>
              <a:gd name="connsiteY2" fmla="*/ 246299 h 780503"/>
              <a:gd name="connsiteX3" fmla="*/ 16703882 w 16928191"/>
              <a:gd name="connsiteY3" fmla="*/ 503648 h 780503"/>
              <a:gd name="connsiteX4" fmla="*/ 16707737 w 16928191"/>
              <a:gd name="connsiteY4" fmla="*/ 590516 h 780503"/>
              <a:gd name="connsiteX5" fmla="*/ 16724488 w 16928191"/>
              <a:gd name="connsiteY5" fmla="*/ 645018 h 780503"/>
              <a:gd name="connsiteX6" fmla="*/ 16755375 w 16928191"/>
              <a:gd name="connsiteY6" fmla="*/ 680456 h 780503"/>
              <a:gd name="connsiteX7" fmla="*/ 16801998 w 16928191"/>
              <a:gd name="connsiteY7" fmla="*/ 718741 h 780503"/>
              <a:gd name="connsiteX8" fmla="*/ 16853646 w 16928191"/>
              <a:gd name="connsiteY8" fmla="*/ 750631 h 780503"/>
              <a:gd name="connsiteX9" fmla="*/ 16928191 w 16928191"/>
              <a:gd name="connsiteY9" fmla="*/ 780503 h 780503"/>
              <a:gd name="connsiteX10" fmla="*/ 31469 w 16928191"/>
              <a:gd name="connsiteY10" fmla="*/ 761507 h 780503"/>
              <a:gd name="connsiteX11" fmla="*/ 0 w 16928191"/>
              <a:gd name="connsiteY11" fmla="*/ 48781 h 780503"/>
              <a:gd name="connsiteX0" fmla="*/ 0 w 17148939"/>
              <a:gd name="connsiteY0" fmla="*/ 63791 h 780503"/>
              <a:gd name="connsiteX1" fmla="*/ 16690685 w 17148939"/>
              <a:gd name="connsiteY1" fmla="*/ 0 h 780503"/>
              <a:gd name="connsiteX2" fmla="*/ 16924553 w 17148939"/>
              <a:gd name="connsiteY2" fmla="*/ 246299 h 780503"/>
              <a:gd name="connsiteX3" fmla="*/ 16924630 w 17148939"/>
              <a:gd name="connsiteY3" fmla="*/ 503648 h 780503"/>
              <a:gd name="connsiteX4" fmla="*/ 16928485 w 17148939"/>
              <a:gd name="connsiteY4" fmla="*/ 590516 h 780503"/>
              <a:gd name="connsiteX5" fmla="*/ 16945236 w 17148939"/>
              <a:gd name="connsiteY5" fmla="*/ 645018 h 780503"/>
              <a:gd name="connsiteX6" fmla="*/ 16976123 w 17148939"/>
              <a:gd name="connsiteY6" fmla="*/ 680456 h 780503"/>
              <a:gd name="connsiteX7" fmla="*/ 17022746 w 17148939"/>
              <a:gd name="connsiteY7" fmla="*/ 718741 h 780503"/>
              <a:gd name="connsiteX8" fmla="*/ 17074394 w 17148939"/>
              <a:gd name="connsiteY8" fmla="*/ 750631 h 780503"/>
              <a:gd name="connsiteX9" fmla="*/ 17148939 w 17148939"/>
              <a:gd name="connsiteY9" fmla="*/ 780503 h 780503"/>
              <a:gd name="connsiteX10" fmla="*/ 252217 w 17148939"/>
              <a:gd name="connsiteY10" fmla="*/ 761507 h 780503"/>
              <a:gd name="connsiteX11" fmla="*/ 0 w 17148939"/>
              <a:gd name="connsiteY11" fmla="*/ 63791 h 780503"/>
              <a:gd name="connsiteX0" fmla="*/ 0 w 17148939"/>
              <a:gd name="connsiteY0" fmla="*/ 63791 h 780503"/>
              <a:gd name="connsiteX1" fmla="*/ 16690685 w 17148939"/>
              <a:gd name="connsiteY1" fmla="*/ 0 h 780503"/>
              <a:gd name="connsiteX2" fmla="*/ 16924553 w 17148939"/>
              <a:gd name="connsiteY2" fmla="*/ 246299 h 780503"/>
              <a:gd name="connsiteX3" fmla="*/ 16924630 w 17148939"/>
              <a:gd name="connsiteY3" fmla="*/ 503648 h 780503"/>
              <a:gd name="connsiteX4" fmla="*/ 16928485 w 17148939"/>
              <a:gd name="connsiteY4" fmla="*/ 590516 h 780503"/>
              <a:gd name="connsiteX5" fmla="*/ 16945236 w 17148939"/>
              <a:gd name="connsiteY5" fmla="*/ 645018 h 780503"/>
              <a:gd name="connsiteX6" fmla="*/ 16976123 w 17148939"/>
              <a:gd name="connsiteY6" fmla="*/ 680456 h 780503"/>
              <a:gd name="connsiteX7" fmla="*/ 17022746 w 17148939"/>
              <a:gd name="connsiteY7" fmla="*/ 718741 h 780503"/>
              <a:gd name="connsiteX8" fmla="*/ 17074394 w 17148939"/>
              <a:gd name="connsiteY8" fmla="*/ 750631 h 780503"/>
              <a:gd name="connsiteX9" fmla="*/ 17148939 w 17148939"/>
              <a:gd name="connsiteY9" fmla="*/ 780503 h 780503"/>
              <a:gd name="connsiteX10" fmla="*/ 8633 w 17148939"/>
              <a:gd name="connsiteY10" fmla="*/ 754002 h 780503"/>
              <a:gd name="connsiteX11" fmla="*/ 0 w 17148939"/>
              <a:gd name="connsiteY11" fmla="*/ 63791 h 780503"/>
              <a:gd name="connsiteX0" fmla="*/ 14203 w 17140306"/>
              <a:gd name="connsiteY0" fmla="*/ 48781 h 780503"/>
              <a:gd name="connsiteX1" fmla="*/ 16682052 w 17140306"/>
              <a:gd name="connsiteY1" fmla="*/ 0 h 780503"/>
              <a:gd name="connsiteX2" fmla="*/ 16915920 w 17140306"/>
              <a:gd name="connsiteY2" fmla="*/ 246299 h 780503"/>
              <a:gd name="connsiteX3" fmla="*/ 16915997 w 17140306"/>
              <a:gd name="connsiteY3" fmla="*/ 503648 h 780503"/>
              <a:gd name="connsiteX4" fmla="*/ 16919852 w 17140306"/>
              <a:gd name="connsiteY4" fmla="*/ 590516 h 780503"/>
              <a:gd name="connsiteX5" fmla="*/ 16936603 w 17140306"/>
              <a:gd name="connsiteY5" fmla="*/ 645018 h 780503"/>
              <a:gd name="connsiteX6" fmla="*/ 16967490 w 17140306"/>
              <a:gd name="connsiteY6" fmla="*/ 680456 h 780503"/>
              <a:gd name="connsiteX7" fmla="*/ 17014113 w 17140306"/>
              <a:gd name="connsiteY7" fmla="*/ 718741 h 780503"/>
              <a:gd name="connsiteX8" fmla="*/ 17065761 w 17140306"/>
              <a:gd name="connsiteY8" fmla="*/ 750631 h 780503"/>
              <a:gd name="connsiteX9" fmla="*/ 17140306 w 17140306"/>
              <a:gd name="connsiteY9" fmla="*/ 780503 h 780503"/>
              <a:gd name="connsiteX10" fmla="*/ 0 w 17140306"/>
              <a:gd name="connsiteY10" fmla="*/ 754002 h 780503"/>
              <a:gd name="connsiteX11" fmla="*/ 14203 w 17140306"/>
              <a:gd name="connsiteY11" fmla="*/ 48781 h 780503"/>
              <a:gd name="connsiteX0" fmla="*/ 24352 w 17140306"/>
              <a:gd name="connsiteY0" fmla="*/ 28769 h 780503"/>
              <a:gd name="connsiteX1" fmla="*/ 16682052 w 17140306"/>
              <a:gd name="connsiteY1" fmla="*/ 0 h 780503"/>
              <a:gd name="connsiteX2" fmla="*/ 16915920 w 17140306"/>
              <a:gd name="connsiteY2" fmla="*/ 246299 h 780503"/>
              <a:gd name="connsiteX3" fmla="*/ 16915997 w 17140306"/>
              <a:gd name="connsiteY3" fmla="*/ 503648 h 780503"/>
              <a:gd name="connsiteX4" fmla="*/ 16919852 w 17140306"/>
              <a:gd name="connsiteY4" fmla="*/ 590516 h 780503"/>
              <a:gd name="connsiteX5" fmla="*/ 16936603 w 17140306"/>
              <a:gd name="connsiteY5" fmla="*/ 645018 h 780503"/>
              <a:gd name="connsiteX6" fmla="*/ 16967490 w 17140306"/>
              <a:gd name="connsiteY6" fmla="*/ 680456 h 780503"/>
              <a:gd name="connsiteX7" fmla="*/ 17014113 w 17140306"/>
              <a:gd name="connsiteY7" fmla="*/ 718741 h 780503"/>
              <a:gd name="connsiteX8" fmla="*/ 17065761 w 17140306"/>
              <a:gd name="connsiteY8" fmla="*/ 750631 h 780503"/>
              <a:gd name="connsiteX9" fmla="*/ 17140306 w 17140306"/>
              <a:gd name="connsiteY9" fmla="*/ 780503 h 780503"/>
              <a:gd name="connsiteX10" fmla="*/ 0 w 17140306"/>
              <a:gd name="connsiteY10" fmla="*/ 754002 h 780503"/>
              <a:gd name="connsiteX11" fmla="*/ 24352 w 17140306"/>
              <a:gd name="connsiteY11" fmla="*/ 28769 h 780503"/>
              <a:gd name="connsiteX0" fmla="*/ 29427 w 17140306"/>
              <a:gd name="connsiteY0" fmla="*/ 13759 h 780503"/>
              <a:gd name="connsiteX1" fmla="*/ 16682052 w 17140306"/>
              <a:gd name="connsiteY1" fmla="*/ 0 h 780503"/>
              <a:gd name="connsiteX2" fmla="*/ 16915920 w 17140306"/>
              <a:gd name="connsiteY2" fmla="*/ 246299 h 780503"/>
              <a:gd name="connsiteX3" fmla="*/ 16915997 w 17140306"/>
              <a:gd name="connsiteY3" fmla="*/ 503648 h 780503"/>
              <a:gd name="connsiteX4" fmla="*/ 16919852 w 17140306"/>
              <a:gd name="connsiteY4" fmla="*/ 590516 h 780503"/>
              <a:gd name="connsiteX5" fmla="*/ 16936603 w 17140306"/>
              <a:gd name="connsiteY5" fmla="*/ 645018 h 780503"/>
              <a:gd name="connsiteX6" fmla="*/ 16967490 w 17140306"/>
              <a:gd name="connsiteY6" fmla="*/ 680456 h 780503"/>
              <a:gd name="connsiteX7" fmla="*/ 17014113 w 17140306"/>
              <a:gd name="connsiteY7" fmla="*/ 718741 h 780503"/>
              <a:gd name="connsiteX8" fmla="*/ 17065761 w 17140306"/>
              <a:gd name="connsiteY8" fmla="*/ 750631 h 780503"/>
              <a:gd name="connsiteX9" fmla="*/ 17140306 w 17140306"/>
              <a:gd name="connsiteY9" fmla="*/ 780503 h 780503"/>
              <a:gd name="connsiteX10" fmla="*/ 0 w 17140306"/>
              <a:gd name="connsiteY10" fmla="*/ 754002 h 780503"/>
              <a:gd name="connsiteX11" fmla="*/ 29427 w 17140306"/>
              <a:gd name="connsiteY11" fmla="*/ 13759 h 780503"/>
              <a:gd name="connsiteX0" fmla="*/ 4054 w 17114933"/>
              <a:gd name="connsiteY0" fmla="*/ 13759 h 780503"/>
              <a:gd name="connsiteX1" fmla="*/ 16656679 w 17114933"/>
              <a:gd name="connsiteY1" fmla="*/ 0 h 780503"/>
              <a:gd name="connsiteX2" fmla="*/ 16890547 w 17114933"/>
              <a:gd name="connsiteY2" fmla="*/ 246299 h 780503"/>
              <a:gd name="connsiteX3" fmla="*/ 16890624 w 17114933"/>
              <a:gd name="connsiteY3" fmla="*/ 503648 h 780503"/>
              <a:gd name="connsiteX4" fmla="*/ 16894479 w 17114933"/>
              <a:gd name="connsiteY4" fmla="*/ 590516 h 780503"/>
              <a:gd name="connsiteX5" fmla="*/ 16911230 w 17114933"/>
              <a:gd name="connsiteY5" fmla="*/ 645018 h 780503"/>
              <a:gd name="connsiteX6" fmla="*/ 16942117 w 17114933"/>
              <a:gd name="connsiteY6" fmla="*/ 680456 h 780503"/>
              <a:gd name="connsiteX7" fmla="*/ 16988740 w 17114933"/>
              <a:gd name="connsiteY7" fmla="*/ 718741 h 780503"/>
              <a:gd name="connsiteX8" fmla="*/ 17040388 w 17114933"/>
              <a:gd name="connsiteY8" fmla="*/ 750631 h 780503"/>
              <a:gd name="connsiteX9" fmla="*/ 17114933 w 17114933"/>
              <a:gd name="connsiteY9" fmla="*/ 780503 h 780503"/>
              <a:gd name="connsiteX10" fmla="*/ 0 w 17114933"/>
              <a:gd name="connsiteY10" fmla="*/ 738992 h 780503"/>
              <a:gd name="connsiteX11" fmla="*/ 4054 w 17114933"/>
              <a:gd name="connsiteY11" fmla="*/ 13759 h 780503"/>
              <a:gd name="connsiteX0" fmla="*/ 0 w 19881645"/>
              <a:gd name="connsiteY0" fmla="*/ 43778 h 780503"/>
              <a:gd name="connsiteX1" fmla="*/ 19423391 w 19881645"/>
              <a:gd name="connsiteY1" fmla="*/ 0 h 780503"/>
              <a:gd name="connsiteX2" fmla="*/ 19657259 w 19881645"/>
              <a:gd name="connsiteY2" fmla="*/ 246299 h 780503"/>
              <a:gd name="connsiteX3" fmla="*/ 19657336 w 19881645"/>
              <a:gd name="connsiteY3" fmla="*/ 503648 h 780503"/>
              <a:gd name="connsiteX4" fmla="*/ 19661191 w 19881645"/>
              <a:gd name="connsiteY4" fmla="*/ 590516 h 780503"/>
              <a:gd name="connsiteX5" fmla="*/ 19677942 w 19881645"/>
              <a:gd name="connsiteY5" fmla="*/ 645018 h 780503"/>
              <a:gd name="connsiteX6" fmla="*/ 19708829 w 19881645"/>
              <a:gd name="connsiteY6" fmla="*/ 680456 h 780503"/>
              <a:gd name="connsiteX7" fmla="*/ 19755452 w 19881645"/>
              <a:gd name="connsiteY7" fmla="*/ 718741 h 780503"/>
              <a:gd name="connsiteX8" fmla="*/ 19807100 w 19881645"/>
              <a:gd name="connsiteY8" fmla="*/ 750631 h 780503"/>
              <a:gd name="connsiteX9" fmla="*/ 19881645 w 19881645"/>
              <a:gd name="connsiteY9" fmla="*/ 780503 h 780503"/>
              <a:gd name="connsiteX10" fmla="*/ 2766712 w 19881645"/>
              <a:gd name="connsiteY10" fmla="*/ 738992 h 780503"/>
              <a:gd name="connsiteX11" fmla="*/ 0 w 19881645"/>
              <a:gd name="connsiteY11" fmla="*/ 43778 h 780503"/>
              <a:gd name="connsiteX0" fmla="*/ 14203 w 19895848"/>
              <a:gd name="connsiteY0" fmla="*/ 43778 h 780503"/>
              <a:gd name="connsiteX1" fmla="*/ 19437594 w 19895848"/>
              <a:gd name="connsiteY1" fmla="*/ 0 h 780503"/>
              <a:gd name="connsiteX2" fmla="*/ 19671462 w 19895848"/>
              <a:gd name="connsiteY2" fmla="*/ 246299 h 780503"/>
              <a:gd name="connsiteX3" fmla="*/ 19671539 w 19895848"/>
              <a:gd name="connsiteY3" fmla="*/ 503648 h 780503"/>
              <a:gd name="connsiteX4" fmla="*/ 19675394 w 19895848"/>
              <a:gd name="connsiteY4" fmla="*/ 590516 h 780503"/>
              <a:gd name="connsiteX5" fmla="*/ 19692145 w 19895848"/>
              <a:gd name="connsiteY5" fmla="*/ 645018 h 780503"/>
              <a:gd name="connsiteX6" fmla="*/ 19723032 w 19895848"/>
              <a:gd name="connsiteY6" fmla="*/ 680456 h 780503"/>
              <a:gd name="connsiteX7" fmla="*/ 19769655 w 19895848"/>
              <a:gd name="connsiteY7" fmla="*/ 718741 h 780503"/>
              <a:gd name="connsiteX8" fmla="*/ 19821303 w 19895848"/>
              <a:gd name="connsiteY8" fmla="*/ 750631 h 780503"/>
              <a:gd name="connsiteX9" fmla="*/ 19895848 w 19895848"/>
              <a:gd name="connsiteY9" fmla="*/ 780503 h 780503"/>
              <a:gd name="connsiteX10" fmla="*/ 0 w 19895848"/>
              <a:gd name="connsiteY10" fmla="*/ 738992 h 780503"/>
              <a:gd name="connsiteX11" fmla="*/ 14203 w 19895848"/>
              <a:gd name="connsiteY11" fmla="*/ 43778 h 78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895848" h="780503">
                <a:moveTo>
                  <a:pt x="14203" y="43778"/>
                </a:moveTo>
                <a:lnTo>
                  <a:pt x="19437594" y="0"/>
                </a:lnTo>
                <a:cubicBezTo>
                  <a:pt x="19574721" y="0"/>
                  <a:pt x="19671462" y="109172"/>
                  <a:pt x="19671462" y="246299"/>
                </a:cubicBezTo>
                <a:cubicBezTo>
                  <a:pt x="19671488" y="377919"/>
                  <a:pt x="19669711" y="469678"/>
                  <a:pt x="19671539" y="503648"/>
                </a:cubicBezTo>
                <a:cubicBezTo>
                  <a:pt x="19668464" y="532004"/>
                  <a:pt x="19673896" y="574352"/>
                  <a:pt x="19675394" y="590516"/>
                </a:cubicBezTo>
                <a:cubicBezTo>
                  <a:pt x="19679129" y="616735"/>
                  <a:pt x="19685407" y="634014"/>
                  <a:pt x="19692145" y="645018"/>
                </a:cubicBezTo>
                <a:cubicBezTo>
                  <a:pt x="19698883" y="656022"/>
                  <a:pt x="19715221" y="670494"/>
                  <a:pt x="19723032" y="680456"/>
                </a:cubicBezTo>
                <a:lnTo>
                  <a:pt x="19769655" y="718741"/>
                </a:lnTo>
                <a:cubicBezTo>
                  <a:pt x="19795884" y="732693"/>
                  <a:pt x="19805891" y="738671"/>
                  <a:pt x="19821303" y="750631"/>
                </a:cubicBezTo>
                <a:cubicBezTo>
                  <a:pt x="19835335" y="754608"/>
                  <a:pt x="19871000" y="770546"/>
                  <a:pt x="19895848" y="780503"/>
                </a:cubicBezTo>
                <a:lnTo>
                  <a:pt x="0" y="738992"/>
                </a:lnTo>
                <a:cubicBezTo>
                  <a:pt x="1351" y="497248"/>
                  <a:pt x="12852" y="285522"/>
                  <a:pt x="14203" y="43778"/>
                </a:cubicBezTo>
                <a:close/>
              </a:path>
            </a:pathLst>
          </a:custGeom>
          <a:gradFill flip="none" rotWithShape="1">
            <a:gsLst>
              <a:gs pos="100000">
                <a:srgbClr val="000D1A"/>
              </a:gs>
              <a:gs pos="67000">
                <a:srgbClr val="003264"/>
              </a:gs>
              <a:gs pos="61000">
                <a:srgbClr val="003A39"/>
              </a:gs>
              <a:gs pos="58000">
                <a:srgbClr val="003F7E"/>
              </a:gs>
              <a:gs pos="62000">
                <a:srgbClr val="004386"/>
              </a:gs>
              <a:gs pos="3000">
                <a:srgbClr val="ABD5FF"/>
              </a:gs>
              <a:gs pos="39000">
                <a:srgbClr val="004F9E"/>
              </a:gs>
            </a:gsLst>
            <a:path path="rect">
              <a:fillToRect l="100000" t="100000"/>
            </a:path>
            <a:tileRect r="-100000" b="-100000"/>
          </a:gradFill>
          <a:ln cap="rnd">
            <a:noFill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414441 w 1516825"/>
                      <a:gd name="connsiteY0" fmla="*/ 0 h 778510"/>
                      <a:gd name="connsiteX1" fmla="*/ 785244 w 1516825"/>
                      <a:gd name="connsiteY1" fmla="*/ 0 h 778510"/>
                      <a:gd name="connsiteX2" fmla="*/ 1141506 w 1516825"/>
                      <a:gd name="connsiteY2" fmla="*/ 0 h 778510"/>
                      <a:gd name="connsiteX3" fmla="*/ 1389796 w 1516825"/>
                      <a:gd name="connsiteY3" fmla="*/ 248290 h 778510"/>
                      <a:gd name="connsiteX4" fmla="*/ 1389874 w 1516825"/>
                      <a:gd name="connsiteY4" fmla="*/ 643149 h 778510"/>
                      <a:gd name="connsiteX5" fmla="*/ 1397197 w 1516825"/>
                      <a:gd name="connsiteY5" fmla="*/ 700593 h 778510"/>
                      <a:gd name="connsiteX6" fmla="*/ 1427645 w 1516825"/>
                      <a:gd name="connsiteY6" fmla="*/ 735203 h 778510"/>
                      <a:gd name="connsiteX7" fmla="*/ 1467756 w 1516825"/>
                      <a:gd name="connsiteY7" fmla="*/ 750983 h 778510"/>
                      <a:gd name="connsiteX8" fmla="*/ 1516825 w 1516825"/>
                      <a:gd name="connsiteY8" fmla="*/ 778510 h 778510"/>
                      <a:gd name="connsiteX9" fmla="*/ 868501 w 1516825"/>
                      <a:gd name="connsiteY9" fmla="*/ 778510 h 778510"/>
                      <a:gd name="connsiteX10" fmla="*/ 166151 w 1516825"/>
                      <a:gd name="connsiteY10" fmla="*/ 778510 h 778510"/>
                      <a:gd name="connsiteX11" fmla="*/ 0 w 1516825"/>
                      <a:gd name="connsiteY11" fmla="*/ 778510 h 778510"/>
                      <a:gd name="connsiteX12" fmla="*/ 60617 w 1516825"/>
                      <a:gd name="connsiteY12" fmla="*/ 751507 h 778510"/>
                      <a:gd name="connsiteX13" fmla="*/ 103681 w 1516825"/>
                      <a:gd name="connsiteY13" fmla="*/ 723287 h 778510"/>
                      <a:gd name="connsiteX14" fmla="*/ 138061 w 1516825"/>
                      <a:gd name="connsiteY14" fmla="*/ 678815 h 778510"/>
                      <a:gd name="connsiteX15" fmla="*/ 156921 w 1516825"/>
                      <a:gd name="connsiteY15" fmla="*/ 627752 h 778510"/>
                      <a:gd name="connsiteX16" fmla="*/ 166151 w 1516825"/>
                      <a:gd name="connsiteY16" fmla="*/ 248290 h 778510"/>
                      <a:gd name="connsiteX17" fmla="*/ 414441 w 1516825"/>
                      <a:gd name="connsiteY17" fmla="*/ 0 h 7785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516825" h="778510" fill="none" extrusionOk="0">
                        <a:moveTo>
                          <a:pt x="414441" y="0"/>
                        </a:moveTo>
                        <a:cubicBezTo>
                          <a:pt x="505746" y="-6890"/>
                          <a:pt x="701191" y="-3691"/>
                          <a:pt x="785244" y="0"/>
                        </a:cubicBezTo>
                        <a:cubicBezTo>
                          <a:pt x="869297" y="3691"/>
                          <a:pt x="1037535" y="3003"/>
                          <a:pt x="1141506" y="0"/>
                        </a:cubicBezTo>
                        <a:cubicBezTo>
                          <a:pt x="1273688" y="9928"/>
                          <a:pt x="1380724" y="99126"/>
                          <a:pt x="1389796" y="248290"/>
                        </a:cubicBezTo>
                        <a:cubicBezTo>
                          <a:pt x="1394438" y="381356"/>
                          <a:pt x="1388763" y="489009"/>
                          <a:pt x="1389874" y="643149"/>
                        </a:cubicBezTo>
                        <a:cubicBezTo>
                          <a:pt x="1395599" y="691892"/>
                          <a:pt x="1392795" y="656445"/>
                          <a:pt x="1397197" y="700593"/>
                        </a:cubicBezTo>
                        <a:cubicBezTo>
                          <a:pt x="1410708" y="717523"/>
                          <a:pt x="1412932" y="717712"/>
                          <a:pt x="1427645" y="735203"/>
                        </a:cubicBezTo>
                        <a:cubicBezTo>
                          <a:pt x="1438246" y="739967"/>
                          <a:pt x="1452135" y="743583"/>
                          <a:pt x="1467756" y="750983"/>
                        </a:cubicBezTo>
                        <a:cubicBezTo>
                          <a:pt x="1486437" y="763549"/>
                          <a:pt x="1505911" y="772090"/>
                          <a:pt x="1516825" y="778510"/>
                        </a:cubicBezTo>
                        <a:cubicBezTo>
                          <a:pt x="1359310" y="794215"/>
                          <a:pt x="1167699" y="781769"/>
                          <a:pt x="868501" y="778510"/>
                        </a:cubicBezTo>
                        <a:cubicBezTo>
                          <a:pt x="569303" y="775251"/>
                          <a:pt x="471535" y="758122"/>
                          <a:pt x="166151" y="778510"/>
                        </a:cubicBezTo>
                        <a:cubicBezTo>
                          <a:pt x="100296" y="772283"/>
                          <a:pt x="56081" y="771826"/>
                          <a:pt x="0" y="778510"/>
                        </a:cubicBezTo>
                        <a:cubicBezTo>
                          <a:pt x="20169" y="769969"/>
                          <a:pt x="39509" y="762828"/>
                          <a:pt x="60617" y="751507"/>
                        </a:cubicBezTo>
                        <a:cubicBezTo>
                          <a:pt x="75983" y="742740"/>
                          <a:pt x="95203" y="730500"/>
                          <a:pt x="103681" y="723287"/>
                        </a:cubicBezTo>
                        <a:cubicBezTo>
                          <a:pt x="118716" y="705150"/>
                          <a:pt x="125347" y="693072"/>
                          <a:pt x="138061" y="678815"/>
                        </a:cubicBezTo>
                        <a:cubicBezTo>
                          <a:pt x="141674" y="662294"/>
                          <a:pt x="147093" y="651978"/>
                          <a:pt x="156921" y="627752"/>
                        </a:cubicBezTo>
                        <a:cubicBezTo>
                          <a:pt x="139386" y="476799"/>
                          <a:pt x="170496" y="371024"/>
                          <a:pt x="166151" y="248290"/>
                        </a:cubicBezTo>
                        <a:cubicBezTo>
                          <a:pt x="169264" y="114991"/>
                          <a:pt x="301889" y="4213"/>
                          <a:pt x="414441" y="0"/>
                        </a:cubicBezTo>
                        <a:close/>
                      </a:path>
                      <a:path w="1516825" h="778510" stroke="0" extrusionOk="0">
                        <a:moveTo>
                          <a:pt x="414441" y="0"/>
                        </a:moveTo>
                        <a:cubicBezTo>
                          <a:pt x="521888" y="7812"/>
                          <a:pt x="674560" y="-14760"/>
                          <a:pt x="770703" y="0"/>
                        </a:cubicBezTo>
                        <a:cubicBezTo>
                          <a:pt x="866846" y="14760"/>
                          <a:pt x="1056459" y="-10763"/>
                          <a:pt x="1141506" y="0"/>
                        </a:cubicBezTo>
                        <a:cubicBezTo>
                          <a:pt x="1261713" y="16523"/>
                          <a:pt x="1387899" y="121647"/>
                          <a:pt x="1389796" y="248290"/>
                        </a:cubicBezTo>
                        <a:cubicBezTo>
                          <a:pt x="1381306" y="375251"/>
                          <a:pt x="1398749" y="515782"/>
                          <a:pt x="1389874" y="643149"/>
                        </a:cubicBezTo>
                        <a:cubicBezTo>
                          <a:pt x="1394962" y="688876"/>
                          <a:pt x="1399139" y="651530"/>
                          <a:pt x="1397197" y="700593"/>
                        </a:cubicBezTo>
                        <a:cubicBezTo>
                          <a:pt x="1410113" y="717447"/>
                          <a:pt x="1416521" y="719847"/>
                          <a:pt x="1427645" y="735203"/>
                        </a:cubicBezTo>
                        <a:cubicBezTo>
                          <a:pt x="1441806" y="738935"/>
                          <a:pt x="1448995" y="744404"/>
                          <a:pt x="1467756" y="750983"/>
                        </a:cubicBezTo>
                        <a:cubicBezTo>
                          <a:pt x="1487918" y="761796"/>
                          <a:pt x="1507443" y="770068"/>
                          <a:pt x="1516825" y="778510"/>
                        </a:cubicBezTo>
                        <a:cubicBezTo>
                          <a:pt x="1296178" y="811259"/>
                          <a:pt x="1074576" y="746338"/>
                          <a:pt x="854995" y="778510"/>
                        </a:cubicBezTo>
                        <a:cubicBezTo>
                          <a:pt x="635414" y="810683"/>
                          <a:pt x="497032" y="756712"/>
                          <a:pt x="166151" y="778510"/>
                        </a:cubicBezTo>
                        <a:cubicBezTo>
                          <a:pt x="128114" y="771236"/>
                          <a:pt x="61187" y="786611"/>
                          <a:pt x="0" y="778510"/>
                        </a:cubicBezTo>
                        <a:cubicBezTo>
                          <a:pt x="16077" y="768780"/>
                          <a:pt x="46781" y="757883"/>
                          <a:pt x="60617" y="751507"/>
                        </a:cubicBezTo>
                        <a:cubicBezTo>
                          <a:pt x="72541" y="745886"/>
                          <a:pt x="92015" y="733129"/>
                          <a:pt x="103681" y="723287"/>
                        </a:cubicBezTo>
                        <a:cubicBezTo>
                          <a:pt x="118364" y="707209"/>
                          <a:pt x="119839" y="698318"/>
                          <a:pt x="138061" y="678815"/>
                        </a:cubicBezTo>
                        <a:cubicBezTo>
                          <a:pt x="146301" y="656251"/>
                          <a:pt x="150451" y="651827"/>
                          <a:pt x="156921" y="627752"/>
                        </a:cubicBezTo>
                        <a:cubicBezTo>
                          <a:pt x="146564" y="517543"/>
                          <a:pt x="150731" y="378144"/>
                          <a:pt x="166151" y="248290"/>
                        </a:cubicBezTo>
                        <a:cubicBezTo>
                          <a:pt x="178922" y="136450"/>
                          <a:pt x="252658" y="13002"/>
                          <a:pt x="414441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16200000" sx="76000" sy="76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9050" h="57150"/>
            <a:bevelB w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200"/>
              </a:lnSpc>
              <a:spcAft>
                <a:spcPts val="800"/>
              </a:spcAft>
            </a:pPr>
            <a:endParaRPr lang="fr-CI" sz="1100" b="1" dirty="0">
              <a:solidFill>
                <a:srgbClr val="FFFFFF"/>
              </a:solidFill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Zone de texte 118">
            <a:extLst>
              <a:ext uri="{FF2B5EF4-FFF2-40B4-BE49-F238E27FC236}">
                <a16:creationId xmlns:a16="http://schemas.microsoft.com/office/drawing/2014/main" id="{733CA86D-C0D3-C65B-E564-34C8825C2945}"/>
              </a:ext>
            </a:extLst>
          </p:cNvPr>
          <p:cNvSpPr txBox="1"/>
          <p:nvPr/>
        </p:nvSpPr>
        <p:spPr>
          <a:xfrm>
            <a:off x="113396" y="6445614"/>
            <a:ext cx="5257257" cy="40896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CI" sz="2400">
                <a:ln>
                  <a:noFill/>
                </a:ln>
                <a:solidFill>
                  <a:schemeClr val="bg1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Global</a:t>
            </a:r>
            <a:r>
              <a:rPr lang="fr-CI">
                <a:solidFill>
                  <a:schemeClr val="bg1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fr-CI" sz="2400">
                <a:ln>
                  <a:noFill/>
                </a:ln>
                <a:solidFill>
                  <a:schemeClr val="bg1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Wireless</a:t>
            </a:r>
            <a:r>
              <a:rPr lang="fr-CI">
                <a:solidFill>
                  <a:schemeClr val="bg1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fr-CI" sz="2400">
                <a:ln>
                  <a:noFill/>
                </a:ln>
                <a:solidFill>
                  <a:schemeClr val="bg1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Integrated</a:t>
            </a:r>
            <a:r>
              <a:rPr lang="fr-CI">
                <a:solidFill>
                  <a:schemeClr val="bg1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fr-CI" sz="2400">
                <a:ln>
                  <a:noFill/>
                </a:ln>
                <a:solidFill>
                  <a:schemeClr val="bg1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Technologies</a:t>
            </a:r>
            <a:endParaRPr lang="fr-CI" dirty="0">
              <a:solidFill>
                <a:schemeClr val="bg1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 : avec coins arrondis en haut 210">
            <a:extLst>
              <a:ext uri="{FF2B5EF4-FFF2-40B4-BE49-F238E27FC236}">
                <a16:creationId xmlns:a16="http://schemas.microsoft.com/office/drawing/2014/main" id="{7C2422A1-7DEB-2052-B5F5-25B517043AA1}"/>
              </a:ext>
            </a:extLst>
          </p:cNvPr>
          <p:cNvSpPr/>
          <p:nvPr/>
        </p:nvSpPr>
        <p:spPr>
          <a:xfrm>
            <a:off x="9876573" y="6435215"/>
            <a:ext cx="882418" cy="402646"/>
          </a:xfrm>
          <a:custGeom>
            <a:avLst/>
            <a:gdLst>
              <a:gd name="connsiteX0" fmla="*/ 248290 w 1223645"/>
              <a:gd name="connsiteY0" fmla="*/ 0 h 778510"/>
              <a:gd name="connsiteX1" fmla="*/ 975355 w 1223645"/>
              <a:gd name="connsiteY1" fmla="*/ 0 h 778510"/>
              <a:gd name="connsiteX2" fmla="*/ 1223645 w 1223645"/>
              <a:gd name="connsiteY2" fmla="*/ 248290 h 778510"/>
              <a:gd name="connsiteX3" fmla="*/ 1223645 w 1223645"/>
              <a:gd name="connsiteY3" fmla="*/ 778510 h 778510"/>
              <a:gd name="connsiteX4" fmla="*/ 1223645 w 1223645"/>
              <a:gd name="connsiteY4" fmla="*/ 778510 h 778510"/>
              <a:gd name="connsiteX5" fmla="*/ 0 w 1223645"/>
              <a:gd name="connsiteY5" fmla="*/ 778510 h 778510"/>
              <a:gd name="connsiteX6" fmla="*/ 0 w 1223645"/>
              <a:gd name="connsiteY6" fmla="*/ 778510 h 778510"/>
              <a:gd name="connsiteX7" fmla="*/ 0 w 1223645"/>
              <a:gd name="connsiteY7" fmla="*/ 248290 h 778510"/>
              <a:gd name="connsiteX8" fmla="*/ 248290 w 1223645"/>
              <a:gd name="connsiteY8" fmla="*/ 0 h 778510"/>
              <a:gd name="connsiteX0" fmla="*/ 252947 w 1228302"/>
              <a:gd name="connsiteY0" fmla="*/ 0 h 778510"/>
              <a:gd name="connsiteX1" fmla="*/ 980012 w 1228302"/>
              <a:gd name="connsiteY1" fmla="*/ 0 h 778510"/>
              <a:gd name="connsiteX2" fmla="*/ 1228302 w 1228302"/>
              <a:gd name="connsiteY2" fmla="*/ 248290 h 778510"/>
              <a:gd name="connsiteX3" fmla="*/ 1228302 w 1228302"/>
              <a:gd name="connsiteY3" fmla="*/ 778510 h 778510"/>
              <a:gd name="connsiteX4" fmla="*/ 1228302 w 1228302"/>
              <a:gd name="connsiteY4" fmla="*/ 778510 h 778510"/>
              <a:gd name="connsiteX5" fmla="*/ 4657 w 1228302"/>
              <a:gd name="connsiteY5" fmla="*/ 778510 h 778510"/>
              <a:gd name="connsiteX6" fmla="*/ 4657 w 1228302"/>
              <a:gd name="connsiteY6" fmla="*/ 778510 h 778510"/>
              <a:gd name="connsiteX7" fmla="*/ 0 w 1228302"/>
              <a:gd name="connsiteY7" fmla="*/ 635635 h 778510"/>
              <a:gd name="connsiteX8" fmla="*/ 4657 w 1228302"/>
              <a:gd name="connsiteY8" fmla="*/ 248290 h 778510"/>
              <a:gd name="connsiteX9" fmla="*/ 252947 w 1228302"/>
              <a:gd name="connsiteY9" fmla="*/ 0 h 778510"/>
              <a:gd name="connsiteX0" fmla="*/ 409185 w 1384540"/>
              <a:gd name="connsiteY0" fmla="*/ 0 h 778510"/>
              <a:gd name="connsiteX1" fmla="*/ 1136250 w 1384540"/>
              <a:gd name="connsiteY1" fmla="*/ 0 h 778510"/>
              <a:gd name="connsiteX2" fmla="*/ 1384540 w 1384540"/>
              <a:gd name="connsiteY2" fmla="*/ 248290 h 778510"/>
              <a:gd name="connsiteX3" fmla="*/ 1384540 w 1384540"/>
              <a:gd name="connsiteY3" fmla="*/ 778510 h 778510"/>
              <a:gd name="connsiteX4" fmla="*/ 1384540 w 1384540"/>
              <a:gd name="connsiteY4" fmla="*/ 778510 h 778510"/>
              <a:gd name="connsiteX5" fmla="*/ 160895 w 1384540"/>
              <a:gd name="connsiteY5" fmla="*/ 778510 h 778510"/>
              <a:gd name="connsiteX6" fmla="*/ 0 w 1384540"/>
              <a:gd name="connsiteY6" fmla="*/ 753110 h 778510"/>
              <a:gd name="connsiteX7" fmla="*/ 156238 w 1384540"/>
              <a:gd name="connsiteY7" fmla="*/ 635635 h 778510"/>
              <a:gd name="connsiteX8" fmla="*/ 160895 w 1384540"/>
              <a:gd name="connsiteY8" fmla="*/ 248290 h 778510"/>
              <a:gd name="connsiteX9" fmla="*/ 409185 w 1384540"/>
              <a:gd name="connsiteY9" fmla="*/ 0 h 778510"/>
              <a:gd name="connsiteX0" fmla="*/ 409185 w 1384618"/>
              <a:gd name="connsiteY0" fmla="*/ 0 h 778510"/>
              <a:gd name="connsiteX1" fmla="*/ 1136250 w 1384618"/>
              <a:gd name="connsiteY1" fmla="*/ 0 h 778510"/>
              <a:gd name="connsiteX2" fmla="*/ 1384540 w 1384618"/>
              <a:gd name="connsiteY2" fmla="*/ 248290 h 778510"/>
              <a:gd name="connsiteX3" fmla="*/ 1384618 w 1384618"/>
              <a:gd name="connsiteY3" fmla="*/ 643149 h 778510"/>
              <a:gd name="connsiteX4" fmla="*/ 1384540 w 1384618"/>
              <a:gd name="connsiteY4" fmla="*/ 778510 h 778510"/>
              <a:gd name="connsiteX5" fmla="*/ 1384540 w 1384618"/>
              <a:gd name="connsiteY5" fmla="*/ 778510 h 778510"/>
              <a:gd name="connsiteX6" fmla="*/ 160895 w 1384618"/>
              <a:gd name="connsiteY6" fmla="*/ 778510 h 778510"/>
              <a:gd name="connsiteX7" fmla="*/ 0 w 1384618"/>
              <a:gd name="connsiteY7" fmla="*/ 753110 h 778510"/>
              <a:gd name="connsiteX8" fmla="*/ 156238 w 1384618"/>
              <a:gd name="connsiteY8" fmla="*/ 635635 h 778510"/>
              <a:gd name="connsiteX9" fmla="*/ 160895 w 1384618"/>
              <a:gd name="connsiteY9" fmla="*/ 248290 h 778510"/>
              <a:gd name="connsiteX10" fmla="*/ 409185 w 1384618"/>
              <a:gd name="connsiteY10" fmla="*/ 0 h 778510"/>
              <a:gd name="connsiteX0" fmla="*/ 409185 w 1511569"/>
              <a:gd name="connsiteY0" fmla="*/ 0 h 778510"/>
              <a:gd name="connsiteX1" fmla="*/ 1136250 w 1511569"/>
              <a:gd name="connsiteY1" fmla="*/ 0 h 778510"/>
              <a:gd name="connsiteX2" fmla="*/ 1384540 w 1511569"/>
              <a:gd name="connsiteY2" fmla="*/ 248290 h 778510"/>
              <a:gd name="connsiteX3" fmla="*/ 1384618 w 1511569"/>
              <a:gd name="connsiteY3" fmla="*/ 643149 h 778510"/>
              <a:gd name="connsiteX4" fmla="*/ 1384540 w 1511569"/>
              <a:gd name="connsiteY4" fmla="*/ 778510 h 778510"/>
              <a:gd name="connsiteX5" fmla="*/ 1511569 w 1511569"/>
              <a:gd name="connsiteY5" fmla="*/ 778510 h 778510"/>
              <a:gd name="connsiteX6" fmla="*/ 160895 w 1511569"/>
              <a:gd name="connsiteY6" fmla="*/ 778510 h 778510"/>
              <a:gd name="connsiteX7" fmla="*/ 0 w 1511569"/>
              <a:gd name="connsiteY7" fmla="*/ 753110 h 778510"/>
              <a:gd name="connsiteX8" fmla="*/ 156238 w 1511569"/>
              <a:gd name="connsiteY8" fmla="*/ 635635 h 778510"/>
              <a:gd name="connsiteX9" fmla="*/ 160895 w 1511569"/>
              <a:gd name="connsiteY9" fmla="*/ 248290 h 778510"/>
              <a:gd name="connsiteX10" fmla="*/ 409185 w 1511569"/>
              <a:gd name="connsiteY10" fmla="*/ 0 h 778510"/>
              <a:gd name="connsiteX0" fmla="*/ 409185 w 1511569"/>
              <a:gd name="connsiteY0" fmla="*/ 0 h 778510"/>
              <a:gd name="connsiteX1" fmla="*/ 1136250 w 1511569"/>
              <a:gd name="connsiteY1" fmla="*/ 0 h 778510"/>
              <a:gd name="connsiteX2" fmla="*/ 1384540 w 1511569"/>
              <a:gd name="connsiteY2" fmla="*/ 248290 h 778510"/>
              <a:gd name="connsiteX3" fmla="*/ 1384618 w 1511569"/>
              <a:gd name="connsiteY3" fmla="*/ 643149 h 778510"/>
              <a:gd name="connsiteX4" fmla="*/ 1409945 w 1511569"/>
              <a:gd name="connsiteY4" fmla="*/ 727710 h 778510"/>
              <a:gd name="connsiteX5" fmla="*/ 1511569 w 1511569"/>
              <a:gd name="connsiteY5" fmla="*/ 778510 h 778510"/>
              <a:gd name="connsiteX6" fmla="*/ 160895 w 1511569"/>
              <a:gd name="connsiteY6" fmla="*/ 778510 h 778510"/>
              <a:gd name="connsiteX7" fmla="*/ 0 w 1511569"/>
              <a:gd name="connsiteY7" fmla="*/ 753110 h 778510"/>
              <a:gd name="connsiteX8" fmla="*/ 156238 w 1511569"/>
              <a:gd name="connsiteY8" fmla="*/ 635635 h 778510"/>
              <a:gd name="connsiteX9" fmla="*/ 160895 w 1511569"/>
              <a:gd name="connsiteY9" fmla="*/ 248290 h 778510"/>
              <a:gd name="connsiteX10" fmla="*/ 409185 w 1511569"/>
              <a:gd name="connsiteY10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5201 w 1516825"/>
              <a:gd name="connsiteY4" fmla="*/ 727710 h 778510"/>
              <a:gd name="connsiteX5" fmla="*/ 1516825 w 1516825"/>
              <a:gd name="connsiteY5" fmla="*/ 778510 h 778510"/>
              <a:gd name="connsiteX6" fmla="*/ 166151 w 1516825"/>
              <a:gd name="connsiteY6" fmla="*/ 778510 h 778510"/>
              <a:gd name="connsiteX7" fmla="*/ 0 w 1516825"/>
              <a:gd name="connsiteY7" fmla="*/ 778510 h 778510"/>
              <a:gd name="connsiteX8" fmla="*/ 161494 w 1516825"/>
              <a:gd name="connsiteY8" fmla="*/ 635635 h 778510"/>
              <a:gd name="connsiteX9" fmla="*/ 166151 w 1516825"/>
              <a:gd name="connsiteY9" fmla="*/ 248290 h 778510"/>
              <a:gd name="connsiteX10" fmla="*/ 414441 w 1516825"/>
              <a:gd name="connsiteY10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5201 w 1516825"/>
              <a:gd name="connsiteY4" fmla="*/ 727710 h 778510"/>
              <a:gd name="connsiteX5" fmla="*/ 1516825 w 1516825"/>
              <a:gd name="connsiteY5" fmla="*/ 778510 h 778510"/>
              <a:gd name="connsiteX6" fmla="*/ 166151 w 1516825"/>
              <a:gd name="connsiteY6" fmla="*/ 778510 h 778510"/>
              <a:gd name="connsiteX7" fmla="*/ 0 w 1516825"/>
              <a:gd name="connsiteY7" fmla="*/ 778510 h 778510"/>
              <a:gd name="connsiteX8" fmla="*/ 114388 w 1516825"/>
              <a:gd name="connsiteY8" fmla="*/ 678093 h 778510"/>
              <a:gd name="connsiteX9" fmla="*/ 161494 w 1516825"/>
              <a:gd name="connsiteY9" fmla="*/ 635635 h 778510"/>
              <a:gd name="connsiteX10" fmla="*/ 166151 w 1516825"/>
              <a:gd name="connsiteY10" fmla="*/ 248290 h 778510"/>
              <a:gd name="connsiteX11" fmla="*/ 414441 w 1516825"/>
              <a:gd name="connsiteY11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5201 w 1516825"/>
              <a:gd name="connsiteY4" fmla="*/ 727710 h 778510"/>
              <a:gd name="connsiteX5" fmla="*/ 1516825 w 1516825"/>
              <a:gd name="connsiteY5" fmla="*/ 778510 h 778510"/>
              <a:gd name="connsiteX6" fmla="*/ 166151 w 1516825"/>
              <a:gd name="connsiteY6" fmla="*/ 778510 h 778510"/>
              <a:gd name="connsiteX7" fmla="*/ 0 w 1516825"/>
              <a:gd name="connsiteY7" fmla="*/ 778510 h 778510"/>
              <a:gd name="connsiteX8" fmla="*/ 114388 w 1516825"/>
              <a:gd name="connsiteY8" fmla="*/ 678093 h 778510"/>
              <a:gd name="connsiteX9" fmla="*/ 53953 w 1516825"/>
              <a:gd name="connsiteY9" fmla="*/ 722762 h 778510"/>
              <a:gd name="connsiteX10" fmla="*/ 161494 w 1516825"/>
              <a:gd name="connsiteY10" fmla="*/ 635635 h 778510"/>
              <a:gd name="connsiteX11" fmla="*/ 166151 w 1516825"/>
              <a:gd name="connsiteY11" fmla="*/ 248290 h 778510"/>
              <a:gd name="connsiteX12" fmla="*/ 414441 w 1516825"/>
              <a:gd name="connsiteY12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5201 w 1516825"/>
              <a:gd name="connsiteY4" fmla="*/ 727710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14388 w 1516825"/>
              <a:gd name="connsiteY9" fmla="*/ 678093 h 778510"/>
              <a:gd name="connsiteX10" fmla="*/ 53953 w 1516825"/>
              <a:gd name="connsiteY10" fmla="*/ 722762 h 778510"/>
              <a:gd name="connsiteX11" fmla="*/ 161494 w 1516825"/>
              <a:gd name="connsiteY11" fmla="*/ 635635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14388 w 1516825"/>
              <a:gd name="connsiteY9" fmla="*/ 678093 h 778510"/>
              <a:gd name="connsiteX10" fmla="*/ 53953 w 1516825"/>
              <a:gd name="connsiteY10" fmla="*/ 722762 h 778510"/>
              <a:gd name="connsiteX11" fmla="*/ 161494 w 1516825"/>
              <a:gd name="connsiteY11" fmla="*/ 635635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30157 w 1516825"/>
              <a:gd name="connsiteY9" fmla="*/ 688603 h 778510"/>
              <a:gd name="connsiteX10" fmla="*/ 53953 w 1516825"/>
              <a:gd name="connsiteY10" fmla="*/ 722762 h 778510"/>
              <a:gd name="connsiteX11" fmla="*/ 161494 w 1516825"/>
              <a:gd name="connsiteY11" fmla="*/ 635635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30157 w 1516825"/>
              <a:gd name="connsiteY9" fmla="*/ 688603 h 778510"/>
              <a:gd name="connsiteX10" fmla="*/ 67095 w 1516825"/>
              <a:gd name="connsiteY10" fmla="*/ 738527 h 778510"/>
              <a:gd name="connsiteX11" fmla="*/ 161494 w 1516825"/>
              <a:gd name="connsiteY11" fmla="*/ 635635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30157 w 1516825"/>
              <a:gd name="connsiteY9" fmla="*/ 688603 h 778510"/>
              <a:gd name="connsiteX10" fmla="*/ 67095 w 1516825"/>
              <a:gd name="connsiteY10" fmla="*/ 738527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22272 w 1516825"/>
              <a:gd name="connsiteY9" fmla="*/ 685975 h 778510"/>
              <a:gd name="connsiteX10" fmla="*/ 67095 w 1516825"/>
              <a:gd name="connsiteY10" fmla="*/ 738527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66481 w 1516825"/>
              <a:gd name="connsiteY9" fmla="*/ 707311 h 778510"/>
              <a:gd name="connsiteX10" fmla="*/ 67095 w 1516825"/>
              <a:gd name="connsiteY10" fmla="*/ 738527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166481 w 1516825"/>
              <a:gd name="connsiteY9" fmla="*/ 707311 h 778510"/>
              <a:gd name="connsiteX10" fmla="*/ 112828 w 1516825"/>
              <a:gd name="connsiteY10" fmla="*/ 668423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46897 w 1516825"/>
              <a:gd name="connsiteY9" fmla="*/ 751507 h 778510"/>
              <a:gd name="connsiteX10" fmla="*/ 112828 w 1516825"/>
              <a:gd name="connsiteY10" fmla="*/ 668423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46897 w 1516825"/>
              <a:gd name="connsiteY9" fmla="*/ 751507 h 778510"/>
              <a:gd name="connsiteX10" fmla="*/ 135695 w 1516825"/>
              <a:gd name="connsiteY10" fmla="*/ 671471 h 778510"/>
              <a:gd name="connsiteX11" fmla="*/ 161494 w 1516825"/>
              <a:gd name="connsiteY11" fmla="*/ 627752 h 778510"/>
              <a:gd name="connsiteX12" fmla="*/ 166151 w 1516825"/>
              <a:gd name="connsiteY12" fmla="*/ 248290 h 778510"/>
              <a:gd name="connsiteX13" fmla="*/ 414441 w 1516825"/>
              <a:gd name="connsiteY13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46897 w 1516825"/>
              <a:gd name="connsiteY9" fmla="*/ 751507 h 778510"/>
              <a:gd name="connsiteX10" fmla="*/ 135695 w 1516825"/>
              <a:gd name="connsiteY10" fmla="*/ 671471 h 778510"/>
              <a:gd name="connsiteX11" fmla="*/ 98425 w 1516825"/>
              <a:gd name="connsiteY11" fmla="*/ 704723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46897 w 1516825"/>
              <a:gd name="connsiteY9" fmla="*/ 751507 h 778510"/>
              <a:gd name="connsiteX10" fmla="*/ 135695 w 1516825"/>
              <a:gd name="connsiteY10" fmla="*/ 671471 h 778510"/>
              <a:gd name="connsiteX11" fmla="*/ 98425 w 1516825"/>
              <a:gd name="connsiteY11" fmla="*/ 709295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2141 w 1516825"/>
              <a:gd name="connsiteY9" fmla="*/ 740839 h 778510"/>
              <a:gd name="connsiteX10" fmla="*/ 135695 w 1516825"/>
              <a:gd name="connsiteY10" fmla="*/ 671471 h 778510"/>
              <a:gd name="connsiteX11" fmla="*/ 98425 w 1516825"/>
              <a:gd name="connsiteY11" fmla="*/ 709295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2141 w 1516825"/>
              <a:gd name="connsiteY9" fmla="*/ 740839 h 778510"/>
              <a:gd name="connsiteX10" fmla="*/ 135695 w 1516825"/>
              <a:gd name="connsiteY10" fmla="*/ 671471 h 778510"/>
              <a:gd name="connsiteX11" fmla="*/ 102998 w 1516825"/>
              <a:gd name="connsiteY11" fmla="*/ 710819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35695 w 1516825"/>
              <a:gd name="connsiteY10" fmla="*/ 671471 h 778510"/>
              <a:gd name="connsiteX11" fmla="*/ 102998 w 1516825"/>
              <a:gd name="connsiteY11" fmla="*/ 710819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38744 w 1516825"/>
              <a:gd name="connsiteY10" fmla="*/ 677567 h 778510"/>
              <a:gd name="connsiteX11" fmla="*/ 102998 w 1516825"/>
              <a:gd name="connsiteY11" fmla="*/ 710819 h 778510"/>
              <a:gd name="connsiteX12" fmla="*/ 161494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38744 w 1516825"/>
              <a:gd name="connsiteY10" fmla="*/ 677567 h 778510"/>
              <a:gd name="connsiteX11" fmla="*/ 102998 w 1516825"/>
              <a:gd name="connsiteY11" fmla="*/ 710819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79904 w 1516825"/>
              <a:gd name="connsiteY10" fmla="*/ 712619 h 778510"/>
              <a:gd name="connsiteX11" fmla="*/ 102998 w 1516825"/>
              <a:gd name="connsiteY11" fmla="*/ 710819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79904 w 1516825"/>
              <a:gd name="connsiteY10" fmla="*/ 712619 h 778510"/>
              <a:gd name="connsiteX11" fmla="*/ 122816 w 1516825"/>
              <a:gd name="connsiteY11" fmla="*/ 689483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9763 w 1516825"/>
              <a:gd name="connsiteY9" fmla="*/ 740839 h 778510"/>
              <a:gd name="connsiteX10" fmla="*/ 115877 w 1516825"/>
              <a:gd name="connsiteY10" fmla="*/ 717191 h 778510"/>
              <a:gd name="connsiteX11" fmla="*/ 122816 w 1516825"/>
              <a:gd name="connsiteY11" fmla="*/ 689483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15877 w 1516825"/>
              <a:gd name="connsiteY10" fmla="*/ 717191 h 778510"/>
              <a:gd name="connsiteX11" fmla="*/ 122816 w 1516825"/>
              <a:gd name="connsiteY11" fmla="*/ 689483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06730 w 1516825"/>
              <a:gd name="connsiteY10" fmla="*/ 717191 h 778510"/>
              <a:gd name="connsiteX11" fmla="*/ 122816 w 1516825"/>
              <a:gd name="connsiteY11" fmla="*/ 689483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06730 w 1516825"/>
              <a:gd name="connsiteY10" fmla="*/ 717191 h 778510"/>
              <a:gd name="connsiteX11" fmla="*/ 138061 w 1516825"/>
              <a:gd name="connsiteY11" fmla="*/ 678815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17014 w 1516825"/>
              <a:gd name="connsiteY4" fmla="*/ 706689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03681 w 1516825"/>
              <a:gd name="connsiteY10" fmla="*/ 723287 h 778510"/>
              <a:gd name="connsiteX11" fmla="*/ 138061 w 1516825"/>
              <a:gd name="connsiteY11" fmla="*/ 678815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89574 w 1516825"/>
              <a:gd name="connsiteY4" fmla="*/ 740217 h 778510"/>
              <a:gd name="connsiteX5" fmla="*/ 1457084 w 1516825"/>
              <a:gd name="connsiteY5" fmla="*/ 746411 h 778510"/>
              <a:gd name="connsiteX6" fmla="*/ 1516825 w 1516825"/>
              <a:gd name="connsiteY6" fmla="*/ 778510 h 778510"/>
              <a:gd name="connsiteX7" fmla="*/ 166151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03681 w 1516825"/>
              <a:gd name="connsiteY10" fmla="*/ 723287 h 778510"/>
              <a:gd name="connsiteX11" fmla="*/ 138061 w 1516825"/>
              <a:gd name="connsiteY11" fmla="*/ 678815 h 778510"/>
              <a:gd name="connsiteX12" fmla="*/ 156921 w 1516825"/>
              <a:gd name="connsiteY12" fmla="*/ 627752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89574 w 1516825"/>
              <a:gd name="connsiteY4" fmla="*/ 740217 h 778510"/>
              <a:gd name="connsiteX5" fmla="*/ 1384681 w 1516825"/>
              <a:gd name="connsiteY5" fmla="*/ 689483 h 778510"/>
              <a:gd name="connsiteX6" fmla="*/ 1457084 w 1516825"/>
              <a:gd name="connsiteY6" fmla="*/ 746411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89574 w 1516825"/>
              <a:gd name="connsiteY4" fmla="*/ 740217 h 778510"/>
              <a:gd name="connsiteX5" fmla="*/ 1398401 w 1516825"/>
              <a:gd name="connsiteY5" fmla="*/ 674243 h 778510"/>
              <a:gd name="connsiteX6" fmla="*/ 1457084 w 1516825"/>
              <a:gd name="connsiteY6" fmla="*/ 746411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31645 w 1516825"/>
              <a:gd name="connsiteY4" fmla="*/ 718881 h 778510"/>
              <a:gd name="connsiteX5" fmla="*/ 1398401 w 1516825"/>
              <a:gd name="connsiteY5" fmla="*/ 674243 h 778510"/>
              <a:gd name="connsiteX6" fmla="*/ 1457084 w 1516825"/>
              <a:gd name="connsiteY6" fmla="*/ 746411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31645 w 1516825"/>
              <a:gd name="connsiteY4" fmla="*/ 718881 h 778510"/>
              <a:gd name="connsiteX5" fmla="*/ 1421547 w 1516825"/>
              <a:gd name="connsiteY5" fmla="*/ 707771 h 778510"/>
              <a:gd name="connsiteX6" fmla="*/ 1457084 w 1516825"/>
              <a:gd name="connsiteY6" fmla="*/ 746411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31645 w 1516825"/>
              <a:gd name="connsiteY4" fmla="*/ 718881 h 778510"/>
              <a:gd name="connsiteX5" fmla="*/ 1421547 w 1516825"/>
              <a:gd name="connsiteY5" fmla="*/ 707771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31645 w 1516825"/>
              <a:gd name="connsiteY4" fmla="*/ 718881 h 778510"/>
              <a:gd name="connsiteX5" fmla="*/ 1432218 w 1516825"/>
              <a:gd name="connsiteY5" fmla="*/ 713867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4147 w 1516825"/>
              <a:gd name="connsiteY4" fmla="*/ 682305 h 778510"/>
              <a:gd name="connsiteX5" fmla="*/ 1432218 w 1516825"/>
              <a:gd name="connsiteY5" fmla="*/ 713867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4147 w 1516825"/>
              <a:gd name="connsiteY4" fmla="*/ 682305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4147 w 1516825"/>
              <a:gd name="connsiteY4" fmla="*/ 682305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6 w 1516825"/>
              <a:gd name="connsiteY4" fmla="*/ 686877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68231 w 1516825"/>
              <a:gd name="connsiteY4" fmla="*/ 696021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2623 w 1516825"/>
              <a:gd name="connsiteY4" fmla="*/ 699069 h 778510"/>
              <a:gd name="connsiteX5" fmla="*/ 1432218 w 1516825"/>
              <a:gd name="connsiteY5" fmla="*/ 727583 h 778510"/>
              <a:gd name="connsiteX6" fmla="*/ 1475378 w 1516825"/>
              <a:gd name="connsiteY6" fmla="*/ 744887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2623 w 1516825"/>
              <a:gd name="connsiteY4" fmla="*/ 699069 h 778510"/>
              <a:gd name="connsiteX5" fmla="*/ 1432218 w 1516825"/>
              <a:gd name="connsiteY5" fmla="*/ 727583 h 778510"/>
              <a:gd name="connsiteX6" fmla="*/ 1475378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2623 w 1516825"/>
              <a:gd name="connsiteY4" fmla="*/ 699069 h 778510"/>
              <a:gd name="connsiteX5" fmla="*/ 1432218 w 1516825"/>
              <a:gd name="connsiteY5" fmla="*/ 727583 h 778510"/>
              <a:gd name="connsiteX6" fmla="*/ 1466231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2623 w 1516825"/>
              <a:gd name="connsiteY4" fmla="*/ 699069 h 778510"/>
              <a:gd name="connsiteX5" fmla="*/ 1423071 w 1516825"/>
              <a:gd name="connsiteY5" fmla="*/ 735203 h 778510"/>
              <a:gd name="connsiteX6" fmla="*/ 1466231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7 w 1516825"/>
              <a:gd name="connsiteY4" fmla="*/ 700593 h 778510"/>
              <a:gd name="connsiteX5" fmla="*/ 1423071 w 1516825"/>
              <a:gd name="connsiteY5" fmla="*/ 735203 h 778510"/>
              <a:gd name="connsiteX6" fmla="*/ 1466231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7 w 1516825"/>
              <a:gd name="connsiteY4" fmla="*/ 700593 h 778510"/>
              <a:gd name="connsiteX5" fmla="*/ 1427645 w 1516825"/>
              <a:gd name="connsiteY5" fmla="*/ 735203 h 778510"/>
              <a:gd name="connsiteX6" fmla="*/ 1466231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7 w 1516825"/>
              <a:gd name="connsiteY4" fmla="*/ 700593 h 778510"/>
              <a:gd name="connsiteX5" fmla="*/ 1427645 w 1516825"/>
              <a:gd name="connsiteY5" fmla="*/ 735203 h 778510"/>
              <a:gd name="connsiteX6" fmla="*/ 1467756 w 1516825"/>
              <a:gd name="connsiteY6" fmla="*/ 75098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7197 w 1516825"/>
              <a:gd name="connsiteY4" fmla="*/ 700593 h 778510"/>
              <a:gd name="connsiteX5" fmla="*/ 1427645 w 1516825"/>
              <a:gd name="connsiteY5" fmla="*/ 735203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1099 w 1516825"/>
              <a:gd name="connsiteY4" fmla="*/ 692973 h 778510"/>
              <a:gd name="connsiteX5" fmla="*/ 1427645 w 1516825"/>
              <a:gd name="connsiteY5" fmla="*/ 735203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1099 w 1516825"/>
              <a:gd name="connsiteY4" fmla="*/ 692973 h 778510"/>
              <a:gd name="connsiteX5" fmla="*/ 1436792 w 1516825"/>
              <a:gd name="connsiteY5" fmla="*/ 74129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5672 w 1516825"/>
              <a:gd name="connsiteY4" fmla="*/ 702117 h 778510"/>
              <a:gd name="connsiteX5" fmla="*/ 1436792 w 1516825"/>
              <a:gd name="connsiteY5" fmla="*/ 74129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95672 w 1516825"/>
              <a:gd name="connsiteY4" fmla="*/ 702117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3295 w 1516825"/>
              <a:gd name="connsiteY4" fmla="*/ 692973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65184 w 1516825"/>
              <a:gd name="connsiteY4" fmla="*/ 718881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65184 w 1516825"/>
              <a:gd name="connsiteY4" fmla="*/ 718881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365184 w 1516825"/>
              <a:gd name="connsiteY4" fmla="*/ 718881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7869 w 1516825"/>
              <a:gd name="connsiteY4" fmla="*/ 708213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7869 w 1516825"/>
              <a:gd name="connsiteY4" fmla="*/ 708213 h 778510"/>
              <a:gd name="connsiteX5" fmla="*/ 1441366 w 1516825"/>
              <a:gd name="connsiteY5" fmla="*/ 733679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7869 w 1516825"/>
              <a:gd name="connsiteY4" fmla="*/ 708213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6345 w 1516825"/>
              <a:gd name="connsiteY4" fmla="*/ 7021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643149 h 778510"/>
              <a:gd name="connsiteX4" fmla="*/ 1406345 w 1516825"/>
              <a:gd name="connsiteY4" fmla="*/ 7021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553471 h 778510"/>
              <a:gd name="connsiteX4" fmla="*/ 1406345 w 1516825"/>
              <a:gd name="connsiteY4" fmla="*/ 7021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553471 h 778510"/>
              <a:gd name="connsiteX4" fmla="*/ 1406345 w 1516825"/>
              <a:gd name="connsiteY4" fmla="*/ 7021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553471 h 778510"/>
              <a:gd name="connsiteX4" fmla="*/ 1393727 w 1516825"/>
              <a:gd name="connsiteY4" fmla="*/ 646317 h 778510"/>
              <a:gd name="connsiteX5" fmla="*/ 1441366 w 1516825"/>
              <a:gd name="connsiteY5" fmla="*/ 738251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9874 w 1516825"/>
              <a:gd name="connsiteY3" fmla="*/ 553471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89796 w 1516825"/>
              <a:gd name="connsiteY2" fmla="*/ 248290 h 778510"/>
              <a:gd name="connsiteX3" fmla="*/ 1384466 w 1516825"/>
              <a:gd name="connsiteY3" fmla="*/ 497670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84466 w 1516825"/>
              <a:gd name="connsiteY3" fmla="*/ 497670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78346 w 1516825"/>
              <a:gd name="connsiteY6" fmla="*/ 758603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93727 w 1516825"/>
              <a:gd name="connsiteY4" fmla="*/ 646317 h 778510"/>
              <a:gd name="connsiteX5" fmla="*/ 1421537 w 1516825"/>
              <a:gd name="connsiteY5" fmla="*/ 706366 h 778510"/>
              <a:gd name="connsiteX6" fmla="*/ 1469332 w 1516825"/>
              <a:gd name="connsiteY6" fmla="*/ 752625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21537 w 1516825"/>
              <a:gd name="connsiteY5" fmla="*/ 706366 h 778510"/>
              <a:gd name="connsiteX6" fmla="*/ 1469332 w 1516825"/>
              <a:gd name="connsiteY6" fmla="*/ 752625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9332 w 1516825"/>
              <a:gd name="connsiteY6" fmla="*/ 752625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56921 w 1516825"/>
              <a:gd name="connsiteY13" fmla="*/ 627752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9540 w 1516825"/>
              <a:gd name="connsiteY13" fmla="*/ 490245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9540 w 1516825"/>
              <a:gd name="connsiteY13" fmla="*/ 490245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9540 w 1516825"/>
              <a:gd name="connsiteY13" fmla="*/ 490245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4131 w 1516825"/>
              <a:gd name="connsiteY13" fmla="*/ 488253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38061 w 1516825"/>
              <a:gd name="connsiteY12" fmla="*/ 678815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03681 w 1516825"/>
              <a:gd name="connsiteY11" fmla="*/ 7232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30721 w 1516825"/>
              <a:gd name="connsiteY11" fmla="*/ 6953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30721 w 1516825"/>
              <a:gd name="connsiteY11" fmla="*/ 6953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166151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130721 w 1516825"/>
              <a:gd name="connsiteY11" fmla="*/ 695387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88319 w 1516825"/>
              <a:gd name="connsiteY4" fmla="*/ 626388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63299 w 1516825"/>
              <a:gd name="connsiteY11" fmla="*/ 619030 h 778510"/>
              <a:gd name="connsiteX12" fmla="*/ 169540 w 1516825"/>
              <a:gd name="connsiteY12" fmla="*/ 484268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75700 w 1516825"/>
              <a:gd name="connsiteY4" fmla="*/ 624395 h 778510"/>
              <a:gd name="connsiteX5" fmla="*/ 1419734 w 1516825"/>
              <a:gd name="connsiteY5" fmla="*/ 696401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63299 w 1516825"/>
              <a:gd name="connsiteY11" fmla="*/ 619030 h 778510"/>
              <a:gd name="connsiteX12" fmla="*/ 169540 w 1516825"/>
              <a:gd name="connsiteY12" fmla="*/ 484268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75452 w 1516825"/>
              <a:gd name="connsiteY3" fmla="*/ 495677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63299 w 1516825"/>
              <a:gd name="connsiteY11" fmla="*/ 619030 h 778510"/>
              <a:gd name="connsiteX12" fmla="*/ 169540 w 1516825"/>
              <a:gd name="connsiteY12" fmla="*/ 484268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63299 w 1516825"/>
              <a:gd name="connsiteY11" fmla="*/ 619030 h 778510"/>
              <a:gd name="connsiteX12" fmla="*/ 169540 w 1516825"/>
              <a:gd name="connsiteY12" fmla="*/ 484268 h 778510"/>
              <a:gd name="connsiteX13" fmla="*/ 166151 w 1516825"/>
              <a:gd name="connsiteY13" fmla="*/ 248290 h 778510"/>
              <a:gd name="connsiteX14" fmla="*/ 414441 w 1516825"/>
              <a:gd name="connsiteY14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52313 w 1516825"/>
              <a:gd name="connsiteY11" fmla="*/ 651000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130721 w 1516825"/>
              <a:gd name="connsiteY10" fmla="*/ 695387 h 778510"/>
              <a:gd name="connsiteX11" fmla="*/ 152313 w 1516825"/>
              <a:gd name="connsiteY11" fmla="*/ 654986 h 778510"/>
              <a:gd name="connsiteX12" fmla="*/ 163299 w 1516825"/>
              <a:gd name="connsiteY12" fmla="*/ 619030 h 778510"/>
              <a:gd name="connsiteX13" fmla="*/ 169540 w 1516825"/>
              <a:gd name="connsiteY13" fmla="*/ 484268 h 778510"/>
              <a:gd name="connsiteX14" fmla="*/ 166151 w 1516825"/>
              <a:gd name="connsiteY14" fmla="*/ 248290 h 778510"/>
              <a:gd name="connsiteX15" fmla="*/ 414441 w 1516825"/>
              <a:gd name="connsiteY15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67530 w 1516825"/>
              <a:gd name="connsiteY6" fmla="*/ 746646 h 778510"/>
              <a:gd name="connsiteX7" fmla="*/ 1516825 w 1516825"/>
              <a:gd name="connsiteY7" fmla="*/ 778510 h 778510"/>
              <a:gd name="connsiteX8" fmla="*/ 0 w 1516825"/>
              <a:gd name="connsiteY8" fmla="*/ 778510 h 778510"/>
              <a:gd name="connsiteX9" fmla="*/ 60617 w 1516825"/>
              <a:gd name="connsiteY9" fmla="*/ 751507 h 778510"/>
              <a:gd name="connsiteX10" fmla="*/ 96435 w 1516825"/>
              <a:gd name="connsiteY10" fmla="*/ 720732 h 778510"/>
              <a:gd name="connsiteX11" fmla="*/ 130721 w 1516825"/>
              <a:gd name="connsiteY11" fmla="*/ 695387 h 778510"/>
              <a:gd name="connsiteX12" fmla="*/ 152313 w 1516825"/>
              <a:gd name="connsiteY12" fmla="*/ 654986 h 778510"/>
              <a:gd name="connsiteX13" fmla="*/ 163299 w 1516825"/>
              <a:gd name="connsiteY13" fmla="*/ 619030 h 778510"/>
              <a:gd name="connsiteX14" fmla="*/ 169540 w 1516825"/>
              <a:gd name="connsiteY14" fmla="*/ 484268 h 778510"/>
              <a:gd name="connsiteX15" fmla="*/ 166151 w 1516825"/>
              <a:gd name="connsiteY15" fmla="*/ 248290 h 778510"/>
              <a:gd name="connsiteX16" fmla="*/ 414441 w 1516825"/>
              <a:gd name="connsiteY16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416129 w 1516825"/>
              <a:gd name="connsiteY5" fmla="*/ 690422 h 778510"/>
              <a:gd name="connsiteX6" fmla="*/ 1437514 w 1516825"/>
              <a:gd name="connsiteY6" fmla="*/ 716747 h 778510"/>
              <a:gd name="connsiteX7" fmla="*/ 1467530 w 1516825"/>
              <a:gd name="connsiteY7" fmla="*/ 746646 h 778510"/>
              <a:gd name="connsiteX8" fmla="*/ 1516825 w 1516825"/>
              <a:gd name="connsiteY8" fmla="*/ 778510 h 778510"/>
              <a:gd name="connsiteX9" fmla="*/ 0 w 1516825"/>
              <a:gd name="connsiteY9" fmla="*/ 778510 h 778510"/>
              <a:gd name="connsiteX10" fmla="*/ 60617 w 1516825"/>
              <a:gd name="connsiteY10" fmla="*/ 751507 h 778510"/>
              <a:gd name="connsiteX11" fmla="*/ 96435 w 1516825"/>
              <a:gd name="connsiteY11" fmla="*/ 720732 h 778510"/>
              <a:gd name="connsiteX12" fmla="*/ 130721 w 1516825"/>
              <a:gd name="connsiteY12" fmla="*/ 695387 h 778510"/>
              <a:gd name="connsiteX13" fmla="*/ 152313 w 1516825"/>
              <a:gd name="connsiteY13" fmla="*/ 654986 h 778510"/>
              <a:gd name="connsiteX14" fmla="*/ 163299 w 1516825"/>
              <a:gd name="connsiteY14" fmla="*/ 619030 h 778510"/>
              <a:gd name="connsiteX15" fmla="*/ 169540 w 1516825"/>
              <a:gd name="connsiteY15" fmla="*/ 484268 h 778510"/>
              <a:gd name="connsiteX16" fmla="*/ 166151 w 1516825"/>
              <a:gd name="connsiteY16" fmla="*/ 248290 h 778510"/>
              <a:gd name="connsiteX17" fmla="*/ 414441 w 1516825"/>
              <a:gd name="connsiteY17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60617 w 1516825"/>
              <a:gd name="connsiteY11" fmla="*/ 751507 h 778510"/>
              <a:gd name="connsiteX12" fmla="*/ 96435 w 1516825"/>
              <a:gd name="connsiteY12" fmla="*/ 720732 h 778510"/>
              <a:gd name="connsiteX13" fmla="*/ 130721 w 1516825"/>
              <a:gd name="connsiteY13" fmla="*/ 695387 h 778510"/>
              <a:gd name="connsiteX14" fmla="*/ 152313 w 1516825"/>
              <a:gd name="connsiteY14" fmla="*/ 654986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96435 w 1516825"/>
              <a:gd name="connsiteY12" fmla="*/ 720732 h 778510"/>
              <a:gd name="connsiteX13" fmla="*/ 130721 w 1516825"/>
              <a:gd name="connsiteY13" fmla="*/ 695387 h 778510"/>
              <a:gd name="connsiteX14" fmla="*/ 152313 w 1516825"/>
              <a:gd name="connsiteY14" fmla="*/ 654986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95387 h 778510"/>
              <a:gd name="connsiteX14" fmla="*/ 152313 w 1516825"/>
              <a:gd name="connsiteY14" fmla="*/ 654986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85423 h 778510"/>
              <a:gd name="connsiteX14" fmla="*/ 152313 w 1516825"/>
              <a:gd name="connsiteY14" fmla="*/ 654986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3299 w 1516825"/>
              <a:gd name="connsiteY15" fmla="*/ 6190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0768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57011 w 1516825"/>
              <a:gd name="connsiteY11" fmla="*/ 737557 h 778510"/>
              <a:gd name="connsiteX12" fmla="*/ 100040 w 1516825"/>
              <a:gd name="connsiteY12" fmla="*/ 716747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5700 w 1516825"/>
              <a:gd name="connsiteY4" fmla="*/ 624395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62419 w 1516825"/>
              <a:gd name="connsiteY11" fmla="*/ 741542 h 778510"/>
              <a:gd name="connsiteX12" fmla="*/ 100040 w 1516825"/>
              <a:gd name="connsiteY12" fmla="*/ 716747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14441 w 1516825"/>
              <a:gd name="connsiteY0" fmla="*/ 0 h 778510"/>
              <a:gd name="connsiteX1" fmla="*/ 1141506 w 1516825"/>
              <a:gd name="connsiteY1" fmla="*/ 0 h 778510"/>
              <a:gd name="connsiteX2" fmla="*/ 1375374 w 1516825"/>
              <a:gd name="connsiteY2" fmla="*/ 246299 h 778510"/>
              <a:gd name="connsiteX3" fmla="*/ 1368241 w 1516825"/>
              <a:gd name="connsiteY3" fmla="*/ 499663 h 778510"/>
              <a:gd name="connsiteX4" fmla="*/ 1373897 w 1516825"/>
              <a:gd name="connsiteY4" fmla="*/ 604467 h 778510"/>
              <a:gd name="connsiteX5" fmla="*/ 1390648 w 1516825"/>
              <a:gd name="connsiteY5" fmla="*/ 656977 h 778510"/>
              <a:gd name="connsiteX6" fmla="*/ 1416129 w 1516825"/>
              <a:gd name="connsiteY6" fmla="*/ 690422 h 778510"/>
              <a:gd name="connsiteX7" fmla="*/ 1437514 w 1516825"/>
              <a:gd name="connsiteY7" fmla="*/ 716747 h 778510"/>
              <a:gd name="connsiteX8" fmla="*/ 1467530 w 1516825"/>
              <a:gd name="connsiteY8" fmla="*/ 746646 h 778510"/>
              <a:gd name="connsiteX9" fmla="*/ 1516825 w 1516825"/>
              <a:gd name="connsiteY9" fmla="*/ 778510 h 778510"/>
              <a:gd name="connsiteX10" fmla="*/ 0 w 1516825"/>
              <a:gd name="connsiteY10" fmla="*/ 778510 h 778510"/>
              <a:gd name="connsiteX11" fmla="*/ 62419 w 1516825"/>
              <a:gd name="connsiteY11" fmla="*/ 741542 h 778510"/>
              <a:gd name="connsiteX12" fmla="*/ 100040 w 1516825"/>
              <a:gd name="connsiteY12" fmla="*/ 716747 h 778510"/>
              <a:gd name="connsiteX13" fmla="*/ 130721 w 1516825"/>
              <a:gd name="connsiteY13" fmla="*/ 685423 h 778510"/>
              <a:gd name="connsiteX14" fmla="*/ 145103 w 1516825"/>
              <a:gd name="connsiteY14" fmla="*/ 647014 h 778510"/>
              <a:gd name="connsiteX15" fmla="*/ 168707 w 1516825"/>
              <a:gd name="connsiteY15" fmla="*/ 591130 h 778510"/>
              <a:gd name="connsiteX16" fmla="*/ 169540 w 1516825"/>
              <a:gd name="connsiteY16" fmla="*/ 484268 h 778510"/>
              <a:gd name="connsiteX17" fmla="*/ 166151 w 1516825"/>
              <a:gd name="connsiteY17" fmla="*/ 248290 h 778510"/>
              <a:gd name="connsiteX18" fmla="*/ 414441 w 1516825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141737 w 1596143"/>
              <a:gd name="connsiteY11" fmla="*/ 741542 h 778510"/>
              <a:gd name="connsiteX12" fmla="*/ 179358 w 1596143"/>
              <a:gd name="connsiteY12" fmla="*/ 716747 h 778510"/>
              <a:gd name="connsiteX13" fmla="*/ 210039 w 1596143"/>
              <a:gd name="connsiteY13" fmla="*/ 685423 h 778510"/>
              <a:gd name="connsiteX14" fmla="*/ 224421 w 1596143"/>
              <a:gd name="connsiteY14" fmla="*/ 647014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79358 w 1596143"/>
              <a:gd name="connsiteY12" fmla="*/ 716747 h 778510"/>
              <a:gd name="connsiteX13" fmla="*/ 210039 w 1596143"/>
              <a:gd name="connsiteY13" fmla="*/ 685423 h 778510"/>
              <a:gd name="connsiteX14" fmla="*/ 224421 w 1596143"/>
              <a:gd name="connsiteY14" fmla="*/ 647014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210039 w 1596143"/>
              <a:gd name="connsiteY13" fmla="*/ 685423 h 778510"/>
              <a:gd name="connsiteX14" fmla="*/ 224421 w 1596143"/>
              <a:gd name="connsiteY14" fmla="*/ 647014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47014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37050 h 778510"/>
              <a:gd name="connsiteX15" fmla="*/ 248025 w 1596143"/>
              <a:gd name="connsiteY15" fmla="*/ 591130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37050 h 778510"/>
              <a:gd name="connsiteX15" fmla="*/ 244419 w 1596143"/>
              <a:gd name="connsiteY15" fmla="*/ 581166 h 778510"/>
              <a:gd name="connsiteX16" fmla="*/ 248858 w 1596143"/>
              <a:gd name="connsiteY16" fmla="*/ 484268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37050 h 778510"/>
              <a:gd name="connsiteX15" fmla="*/ 244419 w 1596143"/>
              <a:gd name="connsiteY15" fmla="*/ 581166 h 778510"/>
              <a:gd name="connsiteX16" fmla="*/ 241646 w 1596143"/>
              <a:gd name="connsiteY16" fmla="*/ 492239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4421 w 1596143"/>
              <a:gd name="connsiteY14" fmla="*/ 637050 h 778510"/>
              <a:gd name="connsiteX15" fmla="*/ 237537 w 1596143"/>
              <a:gd name="connsiteY15" fmla="*/ 583159 h 778510"/>
              <a:gd name="connsiteX16" fmla="*/ 241646 w 1596143"/>
              <a:gd name="connsiteY16" fmla="*/ 492239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596143"/>
              <a:gd name="connsiteY0" fmla="*/ 0 h 778510"/>
              <a:gd name="connsiteX1" fmla="*/ 1220824 w 1596143"/>
              <a:gd name="connsiteY1" fmla="*/ 0 h 778510"/>
              <a:gd name="connsiteX2" fmla="*/ 1454692 w 1596143"/>
              <a:gd name="connsiteY2" fmla="*/ 246299 h 778510"/>
              <a:gd name="connsiteX3" fmla="*/ 1447559 w 1596143"/>
              <a:gd name="connsiteY3" fmla="*/ 499663 h 778510"/>
              <a:gd name="connsiteX4" fmla="*/ 1453215 w 1596143"/>
              <a:gd name="connsiteY4" fmla="*/ 604467 h 778510"/>
              <a:gd name="connsiteX5" fmla="*/ 1469966 w 1596143"/>
              <a:gd name="connsiteY5" fmla="*/ 656977 h 778510"/>
              <a:gd name="connsiteX6" fmla="*/ 1495447 w 1596143"/>
              <a:gd name="connsiteY6" fmla="*/ 690422 h 778510"/>
              <a:gd name="connsiteX7" fmla="*/ 1516832 w 1596143"/>
              <a:gd name="connsiteY7" fmla="*/ 716747 h 778510"/>
              <a:gd name="connsiteX8" fmla="*/ 1546848 w 1596143"/>
              <a:gd name="connsiteY8" fmla="*/ 746646 h 778510"/>
              <a:gd name="connsiteX9" fmla="*/ 1596143 w 1596143"/>
              <a:gd name="connsiteY9" fmla="*/ 778510 h 778510"/>
              <a:gd name="connsiteX10" fmla="*/ 0 w 1596143"/>
              <a:gd name="connsiteY10" fmla="*/ 776517 h 778510"/>
              <a:gd name="connsiteX11" fmla="*/ 82240 w 1596143"/>
              <a:gd name="connsiteY11" fmla="*/ 739549 h 778510"/>
              <a:gd name="connsiteX12" fmla="*/ 145102 w 1596143"/>
              <a:gd name="connsiteY12" fmla="*/ 706783 h 778510"/>
              <a:gd name="connsiteX13" fmla="*/ 192009 w 1596143"/>
              <a:gd name="connsiteY13" fmla="*/ 679444 h 778510"/>
              <a:gd name="connsiteX14" fmla="*/ 220815 w 1596143"/>
              <a:gd name="connsiteY14" fmla="*/ 643028 h 778510"/>
              <a:gd name="connsiteX15" fmla="*/ 237537 w 1596143"/>
              <a:gd name="connsiteY15" fmla="*/ 583159 h 778510"/>
              <a:gd name="connsiteX16" fmla="*/ 241646 w 1596143"/>
              <a:gd name="connsiteY16" fmla="*/ 492239 h 778510"/>
              <a:gd name="connsiteX17" fmla="*/ 245469 w 1596143"/>
              <a:gd name="connsiteY17" fmla="*/ 248290 h 778510"/>
              <a:gd name="connsiteX18" fmla="*/ 493759 w 1596143"/>
              <a:gd name="connsiteY18" fmla="*/ 0 h 778510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495447 w 1679078"/>
              <a:gd name="connsiteY6" fmla="*/ 690422 h 780503"/>
              <a:gd name="connsiteX7" fmla="*/ 1516832 w 1679078"/>
              <a:gd name="connsiteY7" fmla="*/ 716747 h 780503"/>
              <a:gd name="connsiteX8" fmla="*/ 1546848 w 1679078"/>
              <a:gd name="connsiteY8" fmla="*/ 746646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495447 w 1679078"/>
              <a:gd name="connsiteY6" fmla="*/ 690422 h 780503"/>
              <a:gd name="connsiteX7" fmla="*/ 1516832 w 1679078"/>
              <a:gd name="connsiteY7" fmla="*/ 716747 h 780503"/>
              <a:gd name="connsiteX8" fmla="*/ 1590112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495447 w 1679078"/>
              <a:gd name="connsiteY6" fmla="*/ 690422 h 780503"/>
              <a:gd name="connsiteX7" fmla="*/ 1525846 w 1679078"/>
              <a:gd name="connsiteY7" fmla="*/ 708775 h 780503"/>
              <a:gd name="connsiteX8" fmla="*/ 1590112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25846 w 1679078"/>
              <a:gd name="connsiteY7" fmla="*/ 708775 h 780503"/>
              <a:gd name="connsiteX8" fmla="*/ 1590112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25846 w 1679078"/>
              <a:gd name="connsiteY7" fmla="*/ 708775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25846 w 1679078"/>
              <a:gd name="connsiteY7" fmla="*/ 708775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25846 w 1679078"/>
              <a:gd name="connsiteY7" fmla="*/ 708775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69966 w 1679078"/>
              <a:gd name="connsiteY5" fmla="*/ 656977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3215 w 1679078"/>
              <a:gd name="connsiteY4" fmla="*/ 604467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47559 w 1679078"/>
              <a:gd name="connsiteY3" fmla="*/ 499663 h 780503"/>
              <a:gd name="connsiteX4" fmla="*/ 1455018 w 1679078"/>
              <a:gd name="connsiteY4" fmla="*/ 598487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5018 w 1679078"/>
              <a:gd name="connsiteY4" fmla="*/ 598487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36662 w 1679078"/>
              <a:gd name="connsiteY7" fmla="*/ 712762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7176 w 1679078"/>
              <a:gd name="connsiteY5" fmla="*/ 650998 h 780503"/>
              <a:gd name="connsiteX6" fmla="*/ 1500854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7176 w 1679078"/>
              <a:gd name="connsiteY5" fmla="*/ 65099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679078"/>
              <a:gd name="connsiteY0" fmla="*/ 0 h 780503"/>
              <a:gd name="connsiteX1" fmla="*/ 1220824 w 1679078"/>
              <a:gd name="connsiteY1" fmla="*/ 0 h 780503"/>
              <a:gd name="connsiteX2" fmla="*/ 1454692 w 1679078"/>
              <a:gd name="connsiteY2" fmla="*/ 246299 h 780503"/>
              <a:gd name="connsiteX3" fmla="*/ 1454769 w 1679078"/>
              <a:gd name="connsiteY3" fmla="*/ 503648 h 780503"/>
              <a:gd name="connsiteX4" fmla="*/ 1458624 w 1679078"/>
              <a:gd name="connsiteY4" fmla="*/ 590516 h 780503"/>
              <a:gd name="connsiteX5" fmla="*/ 1475375 w 1679078"/>
              <a:gd name="connsiteY5" fmla="*/ 645018 h 780503"/>
              <a:gd name="connsiteX6" fmla="*/ 1506262 w 1679078"/>
              <a:gd name="connsiteY6" fmla="*/ 680456 h 780503"/>
              <a:gd name="connsiteX7" fmla="*/ 1552885 w 1679078"/>
              <a:gd name="connsiteY7" fmla="*/ 718741 h 780503"/>
              <a:gd name="connsiteX8" fmla="*/ 1604533 w 1679078"/>
              <a:gd name="connsiteY8" fmla="*/ 750631 h 780503"/>
              <a:gd name="connsiteX9" fmla="*/ 1679078 w 1679078"/>
              <a:gd name="connsiteY9" fmla="*/ 780503 h 780503"/>
              <a:gd name="connsiteX10" fmla="*/ 0 w 1679078"/>
              <a:gd name="connsiteY10" fmla="*/ 776517 h 780503"/>
              <a:gd name="connsiteX11" fmla="*/ 82240 w 1679078"/>
              <a:gd name="connsiteY11" fmla="*/ 739549 h 780503"/>
              <a:gd name="connsiteX12" fmla="*/ 145102 w 1679078"/>
              <a:gd name="connsiteY12" fmla="*/ 706783 h 780503"/>
              <a:gd name="connsiteX13" fmla="*/ 192009 w 1679078"/>
              <a:gd name="connsiteY13" fmla="*/ 679444 h 780503"/>
              <a:gd name="connsiteX14" fmla="*/ 220815 w 1679078"/>
              <a:gd name="connsiteY14" fmla="*/ 643028 h 780503"/>
              <a:gd name="connsiteX15" fmla="*/ 237537 w 1679078"/>
              <a:gd name="connsiteY15" fmla="*/ 583159 h 780503"/>
              <a:gd name="connsiteX16" fmla="*/ 241646 w 1679078"/>
              <a:gd name="connsiteY16" fmla="*/ 492239 h 780503"/>
              <a:gd name="connsiteX17" fmla="*/ 245469 w 1679078"/>
              <a:gd name="connsiteY17" fmla="*/ 248290 h 780503"/>
              <a:gd name="connsiteX18" fmla="*/ 493759 w 1679078"/>
              <a:gd name="connsiteY18" fmla="*/ 0 h 780503"/>
              <a:gd name="connsiteX0" fmla="*/ 493759 w 1772805"/>
              <a:gd name="connsiteY0" fmla="*/ 0 h 780503"/>
              <a:gd name="connsiteX1" fmla="*/ 1220824 w 1772805"/>
              <a:gd name="connsiteY1" fmla="*/ 0 h 780503"/>
              <a:gd name="connsiteX2" fmla="*/ 1454692 w 1772805"/>
              <a:gd name="connsiteY2" fmla="*/ 246299 h 780503"/>
              <a:gd name="connsiteX3" fmla="*/ 1454769 w 1772805"/>
              <a:gd name="connsiteY3" fmla="*/ 503648 h 780503"/>
              <a:gd name="connsiteX4" fmla="*/ 1458624 w 1772805"/>
              <a:gd name="connsiteY4" fmla="*/ 590516 h 780503"/>
              <a:gd name="connsiteX5" fmla="*/ 1475375 w 1772805"/>
              <a:gd name="connsiteY5" fmla="*/ 645018 h 780503"/>
              <a:gd name="connsiteX6" fmla="*/ 1506262 w 1772805"/>
              <a:gd name="connsiteY6" fmla="*/ 680456 h 780503"/>
              <a:gd name="connsiteX7" fmla="*/ 1552885 w 1772805"/>
              <a:gd name="connsiteY7" fmla="*/ 718741 h 780503"/>
              <a:gd name="connsiteX8" fmla="*/ 1679078 w 1772805"/>
              <a:gd name="connsiteY8" fmla="*/ 780503 h 780503"/>
              <a:gd name="connsiteX9" fmla="*/ 0 w 1772805"/>
              <a:gd name="connsiteY9" fmla="*/ 776517 h 780503"/>
              <a:gd name="connsiteX10" fmla="*/ 82240 w 1772805"/>
              <a:gd name="connsiteY10" fmla="*/ 739549 h 780503"/>
              <a:gd name="connsiteX11" fmla="*/ 145102 w 1772805"/>
              <a:gd name="connsiteY11" fmla="*/ 706783 h 780503"/>
              <a:gd name="connsiteX12" fmla="*/ 192009 w 1772805"/>
              <a:gd name="connsiteY12" fmla="*/ 679444 h 780503"/>
              <a:gd name="connsiteX13" fmla="*/ 220815 w 1772805"/>
              <a:gd name="connsiteY13" fmla="*/ 643028 h 780503"/>
              <a:gd name="connsiteX14" fmla="*/ 237537 w 1772805"/>
              <a:gd name="connsiteY14" fmla="*/ 583159 h 780503"/>
              <a:gd name="connsiteX15" fmla="*/ 241646 w 1772805"/>
              <a:gd name="connsiteY15" fmla="*/ 492239 h 780503"/>
              <a:gd name="connsiteX16" fmla="*/ 245469 w 1772805"/>
              <a:gd name="connsiteY16" fmla="*/ 248290 h 780503"/>
              <a:gd name="connsiteX17" fmla="*/ 493759 w 1772805"/>
              <a:gd name="connsiteY17" fmla="*/ 0 h 780503"/>
              <a:gd name="connsiteX0" fmla="*/ 493759 w 1793425"/>
              <a:gd name="connsiteY0" fmla="*/ 205 h 780708"/>
              <a:gd name="connsiteX1" fmla="*/ 1220824 w 1793425"/>
              <a:gd name="connsiteY1" fmla="*/ 205 h 780708"/>
              <a:gd name="connsiteX2" fmla="*/ 1793425 w 1793425"/>
              <a:gd name="connsiteY2" fmla="*/ 126426 h 780708"/>
              <a:gd name="connsiteX3" fmla="*/ 1454769 w 1793425"/>
              <a:gd name="connsiteY3" fmla="*/ 503853 h 780708"/>
              <a:gd name="connsiteX4" fmla="*/ 1458624 w 1793425"/>
              <a:gd name="connsiteY4" fmla="*/ 590721 h 780708"/>
              <a:gd name="connsiteX5" fmla="*/ 1475375 w 1793425"/>
              <a:gd name="connsiteY5" fmla="*/ 645223 h 780708"/>
              <a:gd name="connsiteX6" fmla="*/ 1506262 w 1793425"/>
              <a:gd name="connsiteY6" fmla="*/ 680661 h 780708"/>
              <a:gd name="connsiteX7" fmla="*/ 1552885 w 1793425"/>
              <a:gd name="connsiteY7" fmla="*/ 718946 h 780708"/>
              <a:gd name="connsiteX8" fmla="*/ 1679078 w 1793425"/>
              <a:gd name="connsiteY8" fmla="*/ 780708 h 780708"/>
              <a:gd name="connsiteX9" fmla="*/ 0 w 1793425"/>
              <a:gd name="connsiteY9" fmla="*/ 776722 h 780708"/>
              <a:gd name="connsiteX10" fmla="*/ 82240 w 1793425"/>
              <a:gd name="connsiteY10" fmla="*/ 739754 h 780708"/>
              <a:gd name="connsiteX11" fmla="*/ 145102 w 1793425"/>
              <a:gd name="connsiteY11" fmla="*/ 706988 h 780708"/>
              <a:gd name="connsiteX12" fmla="*/ 192009 w 1793425"/>
              <a:gd name="connsiteY12" fmla="*/ 679649 h 780708"/>
              <a:gd name="connsiteX13" fmla="*/ 220815 w 1793425"/>
              <a:gd name="connsiteY13" fmla="*/ 643233 h 780708"/>
              <a:gd name="connsiteX14" fmla="*/ 237537 w 1793425"/>
              <a:gd name="connsiteY14" fmla="*/ 583364 h 780708"/>
              <a:gd name="connsiteX15" fmla="*/ 241646 w 1793425"/>
              <a:gd name="connsiteY15" fmla="*/ 492444 h 780708"/>
              <a:gd name="connsiteX16" fmla="*/ 245469 w 1793425"/>
              <a:gd name="connsiteY16" fmla="*/ 248495 h 780708"/>
              <a:gd name="connsiteX17" fmla="*/ 493759 w 1793425"/>
              <a:gd name="connsiteY17" fmla="*/ 205 h 780708"/>
              <a:gd name="connsiteX0" fmla="*/ 493759 w 1793425"/>
              <a:gd name="connsiteY0" fmla="*/ 205 h 780708"/>
              <a:gd name="connsiteX1" fmla="*/ 1220824 w 1793425"/>
              <a:gd name="connsiteY1" fmla="*/ 205 h 780708"/>
              <a:gd name="connsiteX2" fmla="*/ 1793425 w 1793425"/>
              <a:gd name="connsiteY2" fmla="*/ 126426 h 780708"/>
              <a:gd name="connsiteX3" fmla="*/ 1454769 w 1793425"/>
              <a:gd name="connsiteY3" fmla="*/ 503853 h 780708"/>
              <a:gd name="connsiteX4" fmla="*/ 1458624 w 1793425"/>
              <a:gd name="connsiteY4" fmla="*/ 590721 h 780708"/>
              <a:gd name="connsiteX5" fmla="*/ 1475375 w 1793425"/>
              <a:gd name="connsiteY5" fmla="*/ 645223 h 780708"/>
              <a:gd name="connsiteX6" fmla="*/ 1506262 w 1793425"/>
              <a:gd name="connsiteY6" fmla="*/ 680661 h 780708"/>
              <a:gd name="connsiteX7" fmla="*/ 1552884 w 1793425"/>
              <a:gd name="connsiteY7" fmla="*/ 718946 h 780708"/>
              <a:gd name="connsiteX8" fmla="*/ 1679078 w 1793425"/>
              <a:gd name="connsiteY8" fmla="*/ 780708 h 780708"/>
              <a:gd name="connsiteX9" fmla="*/ 0 w 1793425"/>
              <a:gd name="connsiteY9" fmla="*/ 776722 h 780708"/>
              <a:gd name="connsiteX10" fmla="*/ 82240 w 1793425"/>
              <a:gd name="connsiteY10" fmla="*/ 739754 h 780708"/>
              <a:gd name="connsiteX11" fmla="*/ 145102 w 1793425"/>
              <a:gd name="connsiteY11" fmla="*/ 706988 h 780708"/>
              <a:gd name="connsiteX12" fmla="*/ 192009 w 1793425"/>
              <a:gd name="connsiteY12" fmla="*/ 679649 h 780708"/>
              <a:gd name="connsiteX13" fmla="*/ 220815 w 1793425"/>
              <a:gd name="connsiteY13" fmla="*/ 643233 h 780708"/>
              <a:gd name="connsiteX14" fmla="*/ 237537 w 1793425"/>
              <a:gd name="connsiteY14" fmla="*/ 583364 h 780708"/>
              <a:gd name="connsiteX15" fmla="*/ 241646 w 1793425"/>
              <a:gd name="connsiteY15" fmla="*/ 492444 h 780708"/>
              <a:gd name="connsiteX16" fmla="*/ 245469 w 1793425"/>
              <a:gd name="connsiteY16" fmla="*/ 248495 h 780708"/>
              <a:gd name="connsiteX17" fmla="*/ 493759 w 1793425"/>
              <a:gd name="connsiteY17" fmla="*/ 205 h 780708"/>
              <a:gd name="connsiteX0" fmla="*/ 493759 w 1793425"/>
              <a:gd name="connsiteY0" fmla="*/ 205 h 780708"/>
              <a:gd name="connsiteX1" fmla="*/ 1220824 w 1793425"/>
              <a:gd name="connsiteY1" fmla="*/ 205 h 780708"/>
              <a:gd name="connsiteX2" fmla="*/ 1793425 w 1793425"/>
              <a:gd name="connsiteY2" fmla="*/ 126426 h 780708"/>
              <a:gd name="connsiteX3" fmla="*/ 1454769 w 1793425"/>
              <a:gd name="connsiteY3" fmla="*/ 503853 h 780708"/>
              <a:gd name="connsiteX4" fmla="*/ 1458624 w 1793425"/>
              <a:gd name="connsiteY4" fmla="*/ 590721 h 780708"/>
              <a:gd name="connsiteX5" fmla="*/ 1475375 w 1793425"/>
              <a:gd name="connsiteY5" fmla="*/ 645223 h 780708"/>
              <a:gd name="connsiteX6" fmla="*/ 1506262 w 1793425"/>
              <a:gd name="connsiteY6" fmla="*/ 680661 h 780708"/>
              <a:gd name="connsiteX7" fmla="*/ 1679078 w 1793425"/>
              <a:gd name="connsiteY7" fmla="*/ 780708 h 780708"/>
              <a:gd name="connsiteX8" fmla="*/ 0 w 1793425"/>
              <a:gd name="connsiteY8" fmla="*/ 776722 h 780708"/>
              <a:gd name="connsiteX9" fmla="*/ 82240 w 1793425"/>
              <a:gd name="connsiteY9" fmla="*/ 739754 h 780708"/>
              <a:gd name="connsiteX10" fmla="*/ 145102 w 1793425"/>
              <a:gd name="connsiteY10" fmla="*/ 706988 h 780708"/>
              <a:gd name="connsiteX11" fmla="*/ 192009 w 1793425"/>
              <a:gd name="connsiteY11" fmla="*/ 679649 h 780708"/>
              <a:gd name="connsiteX12" fmla="*/ 220815 w 1793425"/>
              <a:gd name="connsiteY12" fmla="*/ 643233 h 780708"/>
              <a:gd name="connsiteX13" fmla="*/ 237537 w 1793425"/>
              <a:gd name="connsiteY13" fmla="*/ 583364 h 780708"/>
              <a:gd name="connsiteX14" fmla="*/ 241646 w 1793425"/>
              <a:gd name="connsiteY14" fmla="*/ 492444 h 780708"/>
              <a:gd name="connsiteX15" fmla="*/ 245469 w 1793425"/>
              <a:gd name="connsiteY15" fmla="*/ 248495 h 780708"/>
              <a:gd name="connsiteX16" fmla="*/ 493759 w 1793425"/>
              <a:gd name="connsiteY16" fmla="*/ 205 h 780708"/>
              <a:gd name="connsiteX0" fmla="*/ 493759 w 1793425"/>
              <a:gd name="connsiteY0" fmla="*/ 205 h 780708"/>
              <a:gd name="connsiteX1" fmla="*/ 1220824 w 1793425"/>
              <a:gd name="connsiteY1" fmla="*/ 205 h 780708"/>
              <a:gd name="connsiteX2" fmla="*/ 1793425 w 1793425"/>
              <a:gd name="connsiteY2" fmla="*/ 126426 h 780708"/>
              <a:gd name="connsiteX3" fmla="*/ 1454769 w 1793425"/>
              <a:gd name="connsiteY3" fmla="*/ 503853 h 780708"/>
              <a:gd name="connsiteX4" fmla="*/ 1458624 w 1793425"/>
              <a:gd name="connsiteY4" fmla="*/ 590721 h 780708"/>
              <a:gd name="connsiteX5" fmla="*/ 1475375 w 1793425"/>
              <a:gd name="connsiteY5" fmla="*/ 645223 h 780708"/>
              <a:gd name="connsiteX6" fmla="*/ 1679078 w 1793425"/>
              <a:gd name="connsiteY6" fmla="*/ 780708 h 780708"/>
              <a:gd name="connsiteX7" fmla="*/ 0 w 1793425"/>
              <a:gd name="connsiteY7" fmla="*/ 776722 h 780708"/>
              <a:gd name="connsiteX8" fmla="*/ 82240 w 1793425"/>
              <a:gd name="connsiteY8" fmla="*/ 739754 h 780708"/>
              <a:gd name="connsiteX9" fmla="*/ 145102 w 1793425"/>
              <a:gd name="connsiteY9" fmla="*/ 706988 h 780708"/>
              <a:gd name="connsiteX10" fmla="*/ 192009 w 1793425"/>
              <a:gd name="connsiteY10" fmla="*/ 679649 h 780708"/>
              <a:gd name="connsiteX11" fmla="*/ 220815 w 1793425"/>
              <a:gd name="connsiteY11" fmla="*/ 643233 h 780708"/>
              <a:gd name="connsiteX12" fmla="*/ 237537 w 1793425"/>
              <a:gd name="connsiteY12" fmla="*/ 583364 h 780708"/>
              <a:gd name="connsiteX13" fmla="*/ 241646 w 1793425"/>
              <a:gd name="connsiteY13" fmla="*/ 492444 h 780708"/>
              <a:gd name="connsiteX14" fmla="*/ 245469 w 1793425"/>
              <a:gd name="connsiteY14" fmla="*/ 248495 h 780708"/>
              <a:gd name="connsiteX15" fmla="*/ 493759 w 1793425"/>
              <a:gd name="connsiteY15" fmla="*/ 205 h 780708"/>
              <a:gd name="connsiteX0" fmla="*/ 493759 w 1793425"/>
              <a:gd name="connsiteY0" fmla="*/ 205 h 780708"/>
              <a:gd name="connsiteX1" fmla="*/ 1220824 w 1793425"/>
              <a:gd name="connsiteY1" fmla="*/ 205 h 780708"/>
              <a:gd name="connsiteX2" fmla="*/ 1793425 w 1793425"/>
              <a:gd name="connsiteY2" fmla="*/ 126426 h 780708"/>
              <a:gd name="connsiteX3" fmla="*/ 1454769 w 1793425"/>
              <a:gd name="connsiteY3" fmla="*/ 503853 h 780708"/>
              <a:gd name="connsiteX4" fmla="*/ 1458624 w 1793425"/>
              <a:gd name="connsiteY4" fmla="*/ 590721 h 780708"/>
              <a:gd name="connsiteX5" fmla="*/ 1679078 w 1793425"/>
              <a:gd name="connsiteY5" fmla="*/ 780708 h 780708"/>
              <a:gd name="connsiteX6" fmla="*/ 0 w 1793425"/>
              <a:gd name="connsiteY6" fmla="*/ 776722 h 780708"/>
              <a:gd name="connsiteX7" fmla="*/ 82240 w 1793425"/>
              <a:gd name="connsiteY7" fmla="*/ 739754 h 780708"/>
              <a:gd name="connsiteX8" fmla="*/ 145102 w 1793425"/>
              <a:gd name="connsiteY8" fmla="*/ 706988 h 780708"/>
              <a:gd name="connsiteX9" fmla="*/ 192009 w 1793425"/>
              <a:gd name="connsiteY9" fmla="*/ 679649 h 780708"/>
              <a:gd name="connsiteX10" fmla="*/ 220815 w 1793425"/>
              <a:gd name="connsiteY10" fmla="*/ 643233 h 780708"/>
              <a:gd name="connsiteX11" fmla="*/ 237537 w 1793425"/>
              <a:gd name="connsiteY11" fmla="*/ 583364 h 780708"/>
              <a:gd name="connsiteX12" fmla="*/ 241646 w 1793425"/>
              <a:gd name="connsiteY12" fmla="*/ 492444 h 780708"/>
              <a:gd name="connsiteX13" fmla="*/ 245469 w 1793425"/>
              <a:gd name="connsiteY13" fmla="*/ 248495 h 780708"/>
              <a:gd name="connsiteX14" fmla="*/ 493759 w 1793425"/>
              <a:gd name="connsiteY14" fmla="*/ 205 h 780708"/>
              <a:gd name="connsiteX0" fmla="*/ 493759 w 1793425"/>
              <a:gd name="connsiteY0" fmla="*/ 205 h 780708"/>
              <a:gd name="connsiteX1" fmla="*/ 1220824 w 1793425"/>
              <a:gd name="connsiteY1" fmla="*/ 205 h 780708"/>
              <a:gd name="connsiteX2" fmla="*/ 1793425 w 1793425"/>
              <a:gd name="connsiteY2" fmla="*/ 126426 h 780708"/>
              <a:gd name="connsiteX3" fmla="*/ 1454769 w 1793425"/>
              <a:gd name="connsiteY3" fmla="*/ 503853 h 780708"/>
              <a:gd name="connsiteX4" fmla="*/ 1679078 w 1793425"/>
              <a:gd name="connsiteY4" fmla="*/ 780708 h 780708"/>
              <a:gd name="connsiteX5" fmla="*/ 0 w 1793425"/>
              <a:gd name="connsiteY5" fmla="*/ 776722 h 780708"/>
              <a:gd name="connsiteX6" fmla="*/ 82240 w 1793425"/>
              <a:gd name="connsiteY6" fmla="*/ 739754 h 780708"/>
              <a:gd name="connsiteX7" fmla="*/ 145102 w 1793425"/>
              <a:gd name="connsiteY7" fmla="*/ 706988 h 780708"/>
              <a:gd name="connsiteX8" fmla="*/ 192009 w 1793425"/>
              <a:gd name="connsiteY8" fmla="*/ 679649 h 780708"/>
              <a:gd name="connsiteX9" fmla="*/ 220815 w 1793425"/>
              <a:gd name="connsiteY9" fmla="*/ 643233 h 780708"/>
              <a:gd name="connsiteX10" fmla="*/ 237537 w 1793425"/>
              <a:gd name="connsiteY10" fmla="*/ 583364 h 780708"/>
              <a:gd name="connsiteX11" fmla="*/ 241646 w 1793425"/>
              <a:gd name="connsiteY11" fmla="*/ 492444 h 780708"/>
              <a:gd name="connsiteX12" fmla="*/ 245469 w 1793425"/>
              <a:gd name="connsiteY12" fmla="*/ 248495 h 780708"/>
              <a:gd name="connsiteX13" fmla="*/ 493759 w 1793425"/>
              <a:gd name="connsiteY13" fmla="*/ 205 h 780708"/>
              <a:gd name="connsiteX0" fmla="*/ 493759 w 1876991"/>
              <a:gd name="connsiteY0" fmla="*/ 205 h 780708"/>
              <a:gd name="connsiteX1" fmla="*/ 1220824 w 1876991"/>
              <a:gd name="connsiteY1" fmla="*/ 205 h 780708"/>
              <a:gd name="connsiteX2" fmla="*/ 1793425 w 1876991"/>
              <a:gd name="connsiteY2" fmla="*/ 126426 h 780708"/>
              <a:gd name="connsiteX3" fmla="*/ 1679078 w 1876991"/>
              <a:gd name="connsiteY3" fmla="*/ 780708 h 780708"/>
              <a:gd name="connsiteX4" fmla="*/ 0 w 1876991"/>
              <a:gd name="connsiteY4" fmla="*/ 776722 h 780708"/>
              <a:gd name="connsiteX5" fmla="*/ 82240 w 1876991"/>
              <a:gd name="connsiteY5" fmla="*/ 739754 h 780708"/>
              <a:gd name="connsiteX6" fmla="*/ 145102 w 1876991"/>
              <a:gd name="connsiteY6" fmla="*/ 706988 h 780708"/>
              <a:gd name="connsiteX7" fmla="*/ 192009 w 1876991"/>
              <a:gd name="connsiteY7" fmla="*/ 679649 h 780708"/>
              <a:gd name="connsiteX8" fmla="*/ 220815 w 1876991"/>
              <a:gd name="connsiteY8" fmla="*/ 643233 h 780708"/>
              <a:gd name="connsiteX9" fmla="*/ 237537 w 1876991"/>
              <a:gd name="connsiteY9" fmla="*/ 583364 h 780708"/>
              <a:gd name="connsiteX10" fmla="*/ 241646 w 1876991"/>
              <a:gd name="connsiteY10" fmla="*/ 492444 h 780708"/>
              <a:gd name="connsiteX11" fmla="*/ 245469 w 1876991"/>
              <a:gd name="connsiteY11" fmla="*/ 248495 h 780708"/>
              <a:gd name="connsiteX12" fmla="*/ 493759 w 1876991"/>
              <a:gd name="connsiteY12" fmla="*/ 205 h 780708"/>
              <a:gd name="connsiteX0" fmla="*/ 493759 w 1876991"/>
              <a:gd name="connsiteY0" fmla="*/ 18762 h 799265"/>
              <a:gd name="connsiteX1" fmla="*/ 1350227 w 1876991"/>
              <a:gd name="connsiteY1" fmla="*/ 0 h 799265"/>
              <a:gd name="connsiteX2" fmla="*/ 1793425 w 1876991"/>
              <a:gd name="connsiteY2" fmla="*/ 144983 h 799265"/>
              <a:gd name="connsiteX3" fmla="*/ 1679078 w 1876991"/>
              <a:gd name="connsiteY3" fmla="*/ 799265 h 799265"/>
              <a:gd name="connsiteX4" fmla="*/ 0 w 1876991"/>
              <a:gd name="connsiteY4" fmla="*/ 795279 h 799265"/>
              <a:gd name="connsiteX5" fmla="*/ 82240 w 1876991"/>
              <a:gd name="connsiteY5" fmla="*/ 758311 h 799265"/>
              <a:gd name="connsiteX6" fmla="*/ 145102 w 1876991"/>
              <a:gd name="connsiteY6" fmla="*/ 725545 h 799265"/>
              <a:gd name="connsiteX7" fmla="*/ 192009 w 1876991"/>
              <a:gd name="connsiteY7" fmla="*/ 698206 h 799265"/>
              <a:gd name="connsiteX8" fmla="*/ 220815 w 1876991"/>
              <a:gd name="connsiteY8" fmla="*/ 661790 h 799265"/>
              <a:gd name="connsiteX9" fmla="*/ 237537 w 1876991"/>
              <a:gd name="connsiteY9" fmla="*/ 601921 h 799265"/>
              <a:gd name="connsiteX10" fmla="*/ 241646 w 1876991"/>
              <a:gd name="connsiteY10" fmla="*/ 511001 h 799265"/>
              <a:gd name="connsiteX11" fmla="*/ 245469 w 1876991"/>
              <a:gd name="connsiteY11" fmla="*/ 267052 h 799265"/>
              <a:gd name="connsiteX12" fmla="*/ 493759 w 1876991"/>
              <a:gd name="connsiteY12" fmla="*/ 18762 h 799265"/>
              <a:gd name="connsiteX0" fmla="*/ 493759 w 1849858"/>
              <a:gd name="connsiteY0" fmla="*/ 18762 h 799265"/>
              <a:gd name="connsiteX1" fmla="*/ 1350227 w 1849858"/>
              <a:gd name="connsiteY1" fmla="*/ 0 h 799265"/>
              <a:gd name="connsiteX2" fmla="*/ 1793425 w 1849858"/>
              <a:gd name="connsiteY2" fmla="*/ 144983 h 799265"/>
              <a:gd name="connsiteX3" fmla="*/ 1679078 w 1849858"/>
              <a:gd name="connsiteY3" fmla="*/ 799265 h 799265"/>
              <a:gd name="connsiteX4" fmla="*/ 0 w 1849858"/>
              <a:gd name="connsiteY4" fmla="*/ 795279 h 799265"/>
              <a:gd name="connsiteX5" fmla="*/ 82240 w 1849858"/>
              <a:gd name="connsiteY5" fmla="*/ 758311 h 799265"/>
              <a:gd name="connsiteX6" fmla="*/ 145102 w 1849858"/>
              <a:gd name="connsiteY6" fmla="*/ 725545 h 799265"/>
              <a:gd name="connsiteX7" fmla="*/ 192009 w 1849858"/>
              <a:gd name="connsiteY7" fmla="*/ 698206 h 799265"/>
              <a:gd name="connsiteX8" fmla="*/ 220815 w 1849858"/>
              <a:gd name="connsiteY8" fmla="*/ 661790 h 799265"/>
              <a:gd name="connsiteX9" fmla="*/ 237537 w 1849858"/>
              <a:gd name="connsiteY9" fmla="*/ 601921 h 799265"/>
              <a:gd name="connsiteX10" fmla="*/ 241646 w 1849858"/>
              <a:gd name="connsiteY10" fmla="*/ 511001 h 799265"/>
              <a:gd name="connsiteX11" fmla="*/ 245469 w 1849858"/>
              <a:gd name="connsiteY11" fmla="*/ 267052 h 799265"/>
              <a:gd name="connsiteX12" fmla="*/ 493759 w 1849858"/>
              <a:gd name="connsiteY12" fmla="*/ 18762 h 799265"/>
              <a:gd name="connsiteX0" fmla="*/ 493759 w 1898799"/>
              <a:gd name="connsiteY0" fmla="*/ 18762 h 799265"/>
              <a:gd name="connsiteX1" fmla="*/ 1350227 w 1898799"/>
              <a:gd name="connsiteY1" fmla="*/ 0 h 799265"/>
              <a:gd name="connsiteX2" fmla="*/ 1793425 w 1898799"/>
              <a:gd name="connsiteY2" fmla="*/ 144983 h 799265"/>
              <a:gd name="connsiteX3" fmla="*/ 1755198 w 1898799"/>
              <a:gd name="connsiteY3" fmla="*/ 799265 h 799265"/>
              <a:gd name="connsiteX4" fmla="*/ 0 w 1898799"/>
              <a:gd name="connsiteY4" fmla="*/ 795279 h 799265"/>
              <a:gd name="connsiteX5" fmla="*/ 82240 w 1898799"/>
              <a:gd name="connsiteY5" fmla="*/ 758311 h 799265"/>
              <a:gd name="connsiteX6" fmla="*/ 145102 w 1898799"/>
              <a:gd name="connsiteY6" fmla="*/ 725545 h 799265"/>
              <a:gd name="connsiteX7" fmla="*/ 192009 w 1898799"/>
              <a:gd name="connsiteY7" fmla="*/ 698206 h 799265"/>
              <a:gd name="connsiteX8" fmla="*/ 220815 w 1898799"/>
              <a:gd name="connsiteY8" fmla="*/ 661790 h 799265"/>
              <a:gd name="connsiteX9" fmla="*/ 237537 w 1898799"/>
              <a:gd name="connsiteY9" fmla="*/ 601921 h 799265"/>
              <a:gd name="connsiteX10" fmla="*/ 241646 w 1898799"/>
              <a:gd name="connsiteY10" fmla="*/ 511001 h 799265"/>
              <a:gd name="connsiteX11" fmla="*/ 245469 w 1898799"/>
              <a:gd name="connsiteY11" fmla="*/ 267052 h 799265"/>
              <a:gd name="connsiteX12" fmla="*/ 493759 w 1898799"/>
              <a:gd name="connsiteY12" fmla="*/ 18762 h 799265"/>
              <a:gd name="connsiteX0" fmla="*/ 493759 w 1793426"/>
              <a:gd name="connsiteY0" fmla="*/ 18762 h 799265"/>
              <a:gd name="connsiteX1" fmla="*/ 1350227 w 1793426"/>
              <a:gd name="connsiteY1" fmla="*/ 0 h 799265"/>
              <a:gd name="connsiteX2" fmla="*/ 1793425 w 1793426"/>
              <a:gd name="connsiteY2" fmla="*/ 144983 h 799265"/>
              <a:gd name="connsiteX3" fmla="*/ 1755198 w 1793426"/>
              <a:gd name="connsiteY3" fmla="*/ 799265 h 799265"/>
              <a:gd name="connsiteX4" fmla="*/ 0 w 1793426"/>
              <a:gd name="connsiteY4" fmla="*/ 795279 h 799265"/>
              <a:gd name="connsiteX5" fmla="*/ 82240 w 1793426"/>
              <a:gd name="connsiteY5" fmla="*/ 758311 h 799265"/>
              <a:gd name="connsiteX6" fmla="*/ 145102 w 1793426"/>
              <a:gd name="connsiteY6" fmla="*/ 725545 h 799265"/>
              <a:gd name="connsiteX7" fmla="*/ 192009 w 1793426"/>
              <a:gd name="connsiteY7" fmla="*/ 698206 h 799265"/>
              <a:gd name="connsiteX8" fmla="*/ 220815 w 1793426"/>
              <a:gd name="connsiteY8" fmla="*/ 661790 h 799265"/>
              <a:gd name="connsiteX9" fmla="*/ 237537 w 1793426"/>
              <a:gd name="connsiteY9" fmla="*/ 601921 h 799265"/>
              <a:gd name="connsiteX10" fmla="*/ 241646 w 1793426"/>
              <a:gd name="connsiteY10" fmla="*/ 511001 h 799265"/>
              <a:gd name="connsiteX11" fmla="*/ 245469 w 1793426"/>
              <a:gd name="connsiteY11" fmla="*/ 267052 h 799265"/>
              <a:gd name="connsiteX12" fmla="*/ 493759 w 1793426"/>
              <a:gd name="connsiteY12" fmla="*/ 18762 h 799265"/>
              <a:gd name="connsiteX0" fmla="*/ 493759 w 1793426"/>
              <a:gd name="connsiteY0" fmla="*/ 18762 h 799265"/>
              <a:gd name="connsiteX1" fmla="*/ 1350227 w 1793426"/>
              <a:gd name="connsiteY1" fmla="*/ 0 h 799265"/>
              <a:gd name="connsiteX2" fmla="*/ 1793425 w 1793426"/>
              <a:gd name="connsiteY2" fmla="*/ 144983 h 799265"/>
              <a:gd name="connsiteX3" fmla="*/ 1755198 w 1793426"/>
              <a:gd name="connsiteY3" fmla="*/ 799265 h 799265"/>
              <a:gd name="connsiteX4" fmla="*/ 0 w 1793426"/>
              <a:gd name="connsiteY4" fmla="*/ 795279 h 799265"/>
              <a:gd name="connsiteX5" fmla="*/ 82240 w 1793426"/>
              <a:gd name="connsiteY5" fmla="*/ 758311 h 799265"/>
              <a:gd name="connsiteX6" fmla="*/ 145102 w 1793426"/>
              <a:gd name="connsiteY6" fmla="*/ 725545 h 799265"/>
              <a:gd name="connsiteX7" fmla="*/ 192009 w 1793426"/>
              <a:gd name="connsiteY7" fmla="*/ 698206 h 799265"/>
              <a:gd name="connsiteX8" fmla="*/ 220815 w 1793426"/>
              <a:gd name="connsiteY8" fmla="*/ 661790 h 799265"/>
              <a:gd name="connsiteX9" fmla="*/ 237537 w 1793426"/>
              <a:gd name="connsiteY9" fmla="*/ 601921 h 799265"/>
              <a:gd name="connsiteX10" fmla="*/ 241646 w 1793426"/>
              <a:gd name="connsiteY10" fmla="*/ 511001 h 799265"/>
              <a:gd name="connsiteX11" fmla="*/ 245469 w 1793426"/>
              <a:gd name="connsiteY11" fmla="*/ 267052 h 799265"/>
              <a:gd name="connsiteX12" fmla="*/ 493759 w 1793426"/>
              <a:gd name="connsiteY12" fmla="*/ 18762 h 799265"/>
              <a:gd name="connsiteX0" fmla="*/ 493759 w 1759176"/>
              <a:gd name="connsiteY0" fmla="*/ 18762 h 799265"/>
              <a:gd name="connsiteX1" fmla="*/ 1350227 w 1759176"/>
              <a:gd name="connsiteY1" fmla="*/ 0 h 799265"/>
              <a:gd name="connsiteX2" fmla="*/ 1759172 w 1759176"/>
              <a:gd name="connsiteY2" fmla="*/ 21153 h 799265"/>
              <a:gd name="connsiteX3" fmla="*/ 1755198 w 1759176"/>
              <a:gd name="connsiteY3" fmla="*/ 799265 h 799265"/>
              <a:gd name="connsiteX4" fmla="*/ 0 w 1759176"/>
              <a:gd name="connsiteY4" fmla="*/ 795279 h 799265"/>
              <a:gd name="connsiteX5" fmla="*/ 82240 w 1759176"/>
              <a:gd name="connsiteY5" fmla="*/ 758311 h 799265"/>
              <a:gd name="connsiteX6" fmla="*/ 145102 w 1759176"/>
              <a:gd name="connsiteY6" fmla="*/ 725545 h 799265"/>
              <a:gd name="connsiteX7" fmla="*/ 192009 w 1759176"/>
              <a:gd name="connsiteY7" fmla="*/ 698206 h 799265"/>
              <a:gd name="connsiteX8" fmla="*/ 220815 w 1759176"/>
              <a:gd name="connsiteY8" fmla="*/ 661790 h 799265"/>
              <a:gd name="connsiteX9" fmla="*/ 237537 w 1759176"/>
              <a:gd name="connsiteY9" fmla="*/ 601921 h 799265"/>
              <a:gd name="connsiteX10" fmla="*/ 241646 w 1759176"/>
              <a:gd name="connsiteY10" fmla="*/ 511001 h 799265"/>
              <a:gd name="connsiteX11" fmla="*/ 245469 w 1759176"/>
              <a:gd name="connsiteY11" fmla="*/ 267052 h 799265"/>
              <a:gd name="connsiteX12" fmla="*/ 493759 w 1759176"/>
              <a:gd name="connsiteY12" fmla="*/ 18762 h 799265"/>
              <a:gd name="connsiteX0" fmla="*/ 493759 w 1759176"/>
              <a:gd name="connsiteY0" fmla="*/ 18762 h 799265"/>
              <a:gd name="connsiteX1" fmla="*/ 1350227 w 1759176"/>
              <a:gd name="connsiteY1" fmla="*/ 0 h 799265"/>
              <a:gd name="connsiteX2" fmla="*/ 1759172 w 1759176"/>
              <a:gd name="connsiteY2" fmla="*/ 21153 h 799265"/>
              <a:gd name="connsiteX3" fmla="*/ 1755198 w 1759176"/>
              <a:gd name="connsiteY3" fmla="*/ 799265 h 799265"/>
              <a:gd name="connsiteX4" fmla="*/ 0 w 1759176"/>
              <a:gd name="connsiteY4" fmla="*/ 795279 h 799265"/>
              <a:gd name="connsiteX5" fmla="*/ 82240 w 1759176"/>
              <a:gd name="connsiteY5" fmla="*/ 758311 h 799265"/>
              <a:gd name="connsiteX6" fmla="*/ 145102 w 1759176"/>
              <a:gd name="connsiteY6" fmla="*/ 725545 h 799265"/>
              <a:gd name="connsiteX7" fmla="*/ 192009 w 1759176"/>
              <a:gd name="connsiteY7" fmla="*/ 698206 h 799265"/>
              <a:gd name="connsiteX8" fmla="*/ 220815 w 1759176"/>
              <a:gd name="connsiteY8" fmla="*/ 661790 h 799265"/>
              <a:gd name="connsiteX9" fmla="*/ 237537 w 1759176"/>
              <a:gd name="connsiteY9" fmla="*/ 601921 h 799265"/>
              <a:gd name="connsiteX10" fmla="*/ 241646 w 1759176"/>
              <a:gd name="connsiteY10" fmla="*/ 511001 h 799265"/>
              <a:gd name="connsiteX11" fmla="*/ 245469 w 1759176"/>
              <a:gd name="connsiteY11" fmla="*/ 267052 h 799265"/>
              <a:gd name="connsiteX12" fmla="*/ 493759 w 1759176"/>
              <a:gd name="connsiteY12" fmla="*/ 18762 h 799265"/>
              <a:gd name="connsiteX0" fmla="*/ 493759 w 1759176"/>
              <a:gd name="connsiteY0" fmla="*/ 22971 h 803474"/>
              <a:gd name="connsiteX1" fmla="*/ 1350227 w 1759176"/>
              <a:gd name="connsiteY1" fmla="*/ 4209 h 803474"/>
              <a:gd name="connsiteX2" fmla="*/ 1759172 w 1759176"/>
              <a:gd name="connsiteY2" fmla="*/ 6600 h 803474"/>
              <a:gd name="connsiteX3" fmla="*/ 1755198 w 1759176"/>
              <a:gd name="connsiteY3" fmla="*/ 803474 h 803474"/>
              <a:gd name="connsiteX4" fmla="*/ 0 w 1759176"/>
              <a:gd name="connsiteY4" fmla="*/ 799488 h 803474"/>
              <a:gd name="connsiteX5" fmla="*/ 82240 w 1759176"/>
              <a:gd name="connsiteY5" fmla="*/ 762520 h 803474"/>
              <a:gd name="connsiteX6" fmla="*/ 145102 w 1759176"/>
              <a:gd name="connsiteY6" fmla="*/ 729754 h 803474"/>
              <a:gd name="connsiteX7" fmla="*/ 192009 w 1759176"/>
              <a:gd name="connsiteY7" fmla="*/ 702415 h 803474"/>
              <a:gd name="connsiteX8" fmla="*/ 220815 w 1759176"/>
              <a:gd name="connsiteY8" fmla="*/ 665999 h 803474"/>
              <a:gd name="connsiteX9" fmla="*/ 237537 w 1759176"/>
              <a:gd name="connsiteY9" fmla="*/ 606130 h 803474"/>
              <a:gd name="connsiteX10" fmla="*/ 241646 w 1759176"/>
              <a:gd name="connsiteY10" fmla="*/ 515210 h 803474"/>
              <a:gd name="connsiteX11" fmla="*/ 245469 w 1759176"/>
              <a:gd name="connsiteY11" fmla="*/ 271261 h 803474"/>
              <a:gd name="connsiteX12" fmla="*/ 493759 w 1759176"/>
              <a:gd name="connsiteY12" fmla="*/ 22971 h 803474"/>
              <a:gd name="connsiteX0" fmla="*/ 493759 w 1759176"/>
              <a:gd name="connsiteY0" fmla="*/ 18762 h 799265"/>
              <a:gd name="connsiteX1" fmla="*/ 1350227 w 1759176"/>
              <a:gd name="connsiteY1" fmla="*/ 0 h 799265"/>
              <a:gd name="connsiteX2" fmla="*/ 1759172 w 1759176"/>
              <a:gd name="connsiteY2" fmla="*/ 2391 h 799265"/>
              <a:gd name="connsiteX3" fmla="*/ 1755198 w 1759176"/>
              <a:gd name="connsiteY3" fmla="*/ 799265 h 799265"/>
              <a:gd name="connsiteX4" fmla="*/ 0 w 1759176"/>
              <a:gd name="connsiteY4" fmla="*/ 795279 h 799265"/>
              <a:gd name="connsiteX5" fmla="*/ 82240 w 1759176"/>
              <a:gd name="connsiteY5" fmla="*/ 758311 h 799265"/>
              <a:gd name="connsiteX6" fmla="*/ 145102 w 1759176"/>
              <a:gd name="connsiteY6" fmla="*/ 725545 h 799265"/>
              <a:gd name="connsiteX7" fmla="*/ 192009 w 1759176"/>
              <a:gd name="connsiteY7" fmla="*/ 698206 h 799265"/>
              <a:gd name="connsiteX8" fmla="*/ 220815 w 1759176"/>
              <a:gd name="connsiteY8" fmla="*/ 661790 h 799265"/>
              <a:gd name="connsiteX9" fmla="*/ 237537 w 1759176"/>
              <a:gd name="connsiteY9" fmla="*/ 601921 h 799265"/>
              <a:gd name="connsiteX10" fmla="*/ 241646 w 1759176"/>
              <a:gd name="connsiteY10" fmla="*/ 511001 h 799265"/>
              <a:gd name="connsiteX11" fmla="*/ 245469 w 1759176"/>
              <a:gd name="connsiteY11" fmla="*/ 267052 h 799265"/>
              <a:gd name="connsiteX12" fmla="*/ 493759 w 1759176"/>
              <a:gd name="connsiteY12" fmla="*/ 18762 h 799265"/>
              <a:gd name="connsiteX0" fmla="*/ 493759 w 1762982"/>
              <a:gd name="connsiteY0" fmla="*/ 18762 h 799265"/>
              <a:gd name="connsiteX1" fmla="*/ 1350227 w 1762982"/>
              <a:gd name="connsiteY1" fmla="*/ 0 h 799265"/>
              <a:gd name="connsiteX2" fmla="*/ 1762978 w 1762982"/>
              <a:gd name="connsiteY2" fmla="*/ 6144 h 799265"/>
              <a:gd name="connsiteX3" fmla="*/ 1755198 w 1762982"/>
              <a:gd name="connsiteY3" fmla="*/ 799265 h 799265"/>
              <a:gd name="connsiteX4" fmla="*/ 0 w 1762982"/>
              <a:gd name="connsiteY4" fmla="*/ 795279 h 799265"/>
              <a:gd name="connsiteX5" fmla="*/ 82240 w 1762982"/>
              <a:gd name="connsiteY5" fmla="*/ 758311 h 799265"/>
              <a:gd name="connsiteX6" fmla="*/ 145102 w 1762982"/>
              <a:gd name="connsiteY6" fmla="*/ 725545 h 799265"/>
              <a:gd name="connsiteX7" fmla="*/ 192009 w 1762982"/>
              <a:gd name="connsiteY7" fmla="*/ 698206 h 799265"/>
              <a:gd name="connsiteX8" fmla="*/ 220815 w 1762982"/>
              <a:gd name="connsiteY8" fmla="*/ 661790 h 799265"/>
              <a:gd name="connsiteX9" fmla="*/ 237537 w 1762982"/>
              <a:gd name="connsiteY9" fmla="*/ 601921 h 799265"/>
              <a:gd name="connsiteX10" fmla="*/ 241646 w 1762982"/>
              <a:gd name="connsiteY10" fmla="*/ 511001 h 799265"/>
              <a:gd name="connsiteX11" fmla="*/ 245469 w 1762982"/>
              <a:gd name="connsiteY11" fmla="*/ 267052 h 799265"/>
              <a:gd name="connsiteX12" fmla="*/ 493759 w 1762982"/>
              <a:gd name="connsiteY12" fmla="*/ 18762 h 799265"/>
              <a:gd name="connsiteX0" fmla="*/ 493759 w 1762980"/>
              <a:gd name="connsiteY0" fmla="*/ 18762 h 799265"/>
              <a:gd name="connsiteX1" fmla="*/ 1350226 w 1762980"/>
              <a:gd name="connsiteY1" fmla="*/ 0 h 799265"/>
              <a:gd name="connsiteX2" fmla="*/ 1762978 w 1762980"/>
              <a:gd name="connsiteY2" fmla="*/ 6144 h 799265"/>
              <a:gd name="connsiteX3" fmla="*/ 1755198 w 1762980"/>
              <a:gd name="connsiteY3" fmla="*/ 799265 h 799265"/>
              <a:gd name="connsiteX4" fmla="*/ 0 w 1762980"/>
              <a:gd name="connsiteY4" fmla="*/ 795279 h 799265"/>
              <a:gd name="connsiteX5" fmla="*/ 82240 w 1762980"/>
              <a:gd name="connsiteY5" fmla="*/ 758311 h 799265"/>
              <a:gd name="connsiteX6" fmla="*/ 145102 w 1762980"/>
              <a:gd name="connsiteY6" fmla="*/ 725545 h 799265"/>
              <a:gd name="connsiteX7" fmla="*/ 192009 w 1762980"/>
              <a:gd name="connsiteY7" fmla="*/ 698206 h 799265"/>
              <a:gd name="connsiteX8" fmla="*/ 220815 w 1762980"/>
              <a:gd name="connsiteY8" fmla="*/ 661790 h 799265"/>
              <a:gd name="connsiteX9" fmla="*/ 237537 w 1762980"/>
              <a:gd name="connsiteY9" fmla="*/ 601921 h 799265"/>
              <a:gd name="connsiteX10" fmla="*/ 241646 w 1762980"/>
              <a:gd name="connsiteY10" fmla="*/ 511001 h 799265"/>
              <a:gd name="connsiteX11" fmla="*/ 245469 w 1762980"/>
              <a:gd name="connsiteY11" fmla="*/ 267052 h 799265"/>
              <a:gd name="connsiteX12" fmla="*/ 493759 w 1762980"/>
              <a:gd name="connsiteY12" fmla="*/ 18762 h 799265"/>
              <a:gd name="connsiteX0" fmla="*/ 493759 w 1762982"/>
              <a:gd name="connsiteY0" fmla="*/ 12618 h 793121"/>
              <a:gd name="connsiteX1" fmla="*/ 1762978 w 1762982"/>
              <a:gd name="connsiteY1" fmla="*/ 0 h 793121"/>
              <a:gd name="connsiteX2" fmla="*/ 1755198 w 1762982"/>
              <a:gd name="connsiteY2" fmla="*/ 793121 h 793121"/>
              <a:gd name="connsiteX3" fmla="*/ 0 w 1762982"/>
              <a:gd name="connsiteY3" fmla="*/ 789135 h 793121"/>
              <a:gd name="connsiteX4" fmla="*/ 82240 w 1762982"/>
              <a:gd name="connsiteY4" fmla="*/ 752167 h 793121"/>
              <a:gd name="connsiteX5" fmla="*/ 145102 w 1762982"/>
              <a:gd name="connsiteY5" fmla="*/ 719401 h 793121"/>
              <a:gd name="connsiteX6" fmla="*/ 192009 w 1762982"/>
              <a:gd name="connsiteY6" fmla="*/ 692062 h 793121"/>
              <a:gd name="connsiteX7" fmla="*/ 220815 w 1762982"/>
              <a:gd name="connsiteY7" fmla="*/ 655646 h 793121"/>
              <a:gd name="connsiteX8" fmla="*/ 237537 w 1762982"/>
              <a:gd name="connsiteY8" fmla="*/ 595777 h 793121"/>
              <a:gd name="connsiteX9" fmla="*/ 241646 w 1762982"/>
              <a:gd name="connsiteY9" fmla="*/ 504857 h 793121"/>
              <a:gd name="connsiteX10" fmla="*/ 245469 w 1762982"/>
              <a:gd name="connsiteY10" fmla="*/ 260908 h 793121"/>
              <a:gd name="connsiteX11" fmla="*/ 493759 w 1762982"/>
              <a:gd name="connsiteY11" fmla="*/ 12618 h 79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62982" h="793121">
                <a:moveTo>
                  <a:pt x="493759" y="12618"/>
                </a:moveTo>
                <a:lnTo>
                  <a:pt x="1762978" y="0"/>
                </a:lnTo>
                <a:cubicBezTo>
                  <a:pt x="1763234" y="171361"/>
                  <a:pt x="1749622" y="605937"/>
                  <a:pt x="1755198" y="793121"/>
                </a:cubicBezTo>
                <a:lnTo>
                  <a:pt x="0" y="789135"/>
                </a:lnTo>
                <a:lnTo>
                  <a:pt x="82240" y="752167"/>
                </a:lnTo>
                <a:cubicBezTo>
                  <a:pt x="98313" y="742537"/>
                  <a:pt x="133418" y="728754"/>
                  <a:pt x="145102" y="719401"/>
                </a:cubicBezTo>
                <a:cubicBezTo>
                  <a:pt x="156786" y="710048"/>
                  <a:pt x="182696" y="703020"/>
                  <a:pt x="192009" y="692062"/>
                </a:cubicBezTo>
                <a:cubicBezTo>
                  <a:pt x="207292" y="675311"/>
                  <a:pt x="215385" y="668372"/>
                  <a:pt x="220815" y="655646"/>
                </a:cubicBezTo>
                <a:cubicBezTo>
                  <a:pt x="226245" y="642920"/>
                  <a:pt x="234666" y="623566"/>
                  <a:pt x="237537" y="595777"/>
                </a:cubicBezTo>
                <a:cubicBezTo>
                  <a:pt x="240820" y="568791"/>
                  <a:pt x="243772" y="535828"/>
                  <a:pt x="241646" y="504857"/>
                </a:cubicBezTo>
                <a:cubicBezTo>
                  <a:pt x="245001" y="463428"/>
                  <a:pt x="243917" y="390023"/>
                  <a:pt x="245469" y="260908"/>
                </a:cubicBezTo>
                <a:cubicBezTo>
                  <a:pt x="245469" y="123781"/>
                  <a:pt x="356632" y="12618"/>
                  <a:pt x="493759" y="12618"/>
                </a:cubicBezTo>
                <a:close/>
              </a:path>
            </a:pathLst>
          </a:custGeom>
          <a:gradFill flip="none" rotWithShape="1">
            <a:gsLst>
              <a:gs pos="100000">
                <a:srgbClr val="000D1A"/>
              </a:gs>
              <a:gs pos="67000">
                <a:srgbClr val="003264"/>
              </a:gs>
              <a:gs pos="61000">
                <a:srgbClr val="003A39"/>
              </a:gs>
              <a:gs pos="58000">
                <a:srgbClr val="003F7E"/>
              </a:gs>
              <a:gs pos="62000">
                <a:srgbClr val="004386"/>
              </a:gs>
              <a:gs pos="3000">
                <a:srgbClr val="ABD5FF"/>
              </a:gs>
              <a:gs pos="39000">
                <a:srgbClr val="004F9E"/>
              </a:gs>
            </a:gsLst>
            <a:path path="rect">
              <a:fillToRect l="100000" t="100000"/>
            </a:path>
            <a:tileRect r="-100000" b="-100000"/>
          </a:gradFill>
          <a:ln cap="rnd">
            <a:noFill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414441 w 1516825"/>
                      <a:gd name="connsiteY0" fmla="*/ 0 h 778510"/>
                      <a:gd name="connsiteX1" fmla="*/ 785244 w 1516825"/>
                      <a:gd name="connsiteY1" fmla="*/ 0 h 778510"/>
                      <a:gd name="connsiteX2" fmla="*/ 1141506 w 1516825"/>
                      <a:gd name="connsiteY2" fmla="*/ 0 h 778510"/>
                      <a:gd name="connsiteX3" fmla="*/ 1389796 w 1516825"/>
                      <a:gd name="connsiteY3" fmla="*/ 248290 h 778510"/>
                      <a:gd name="connsiteX4" fmla="*/ 1389874 w 1516825"/>
                      <a:gd name="connsiteY4" fmla="*/ 643149 h 778510"/>
                      <a:gd name="connsiteX5" fmla="*/ 1397197 w 1516825"/>
                      <a:gd name="connsiteY5" fmla="*/ 700593 h 778510"/>
                      <a:gd name="connsiteX6" fmla="*/ 1427645 w 1516825"/>
                      <a:gd name="connsiteY6" fmla="*/ 735203 h 778510"/>
                      <a:gd name="connsiteX7" fmla="*/ 1467756 w 1516825"/>
                      <a:gd name="connsiteY7" fmla="*/ 750983 h 778510"/>
                      <a:gd name="connsiteX8" fmla="*/ 1516825 w 1516825"/>
                      <a:gd name="connsiteY8" fmla="*/ 778510 h 778510"/>
                      <a:gd name="connsiteX9" fmla="*/ 868501 w 1516825"/>
                      <a:gd name="connsiteY9" fmla="*/ 778510 h 778510"/>
                      <a:gd name="connsiteX10" fmla="*/ 166151 w 1516825"/>
                      <a:gd name="connsiteY10" fmla="*/ 778510 h 778510"/>
                      <a:gd name="connsiteX11" fmla="*/ 0 w 1516825"/>
                      <a:gd name="connsiteY11" fmla="*/ 778510 h 778510"/>
                      <a:gd name="connsiteX12" fmla="*/ 60617 w 1516825"/>
                      <a:gd name="connsiteY12" fmla="*/ 751507 h 778510"/>
                      <a:gd name="connsiteX13" fmla="*/ 103681 w 1516825"/>
                      <a:gd name="connsiteY13" fmla="*/ 723287 h 778510"/>
                      <a:gd name="connsiteX14" fmla="*/ 138061 w 1516825"/>
                      <a:gd name="connsiteY14" fmla="*/ 678815 h 778510"/>
                      <a:gd name="connsiteX15" fmla="*/ 156921 w 1516825"/>
                      <a:gd name="connsiteY15" fmla="*/ 627752 h 778510"/>
                      <a:gd name="connsiteX16" fmla="*/ 166151 w 1516825"/>
                      <a:gd name="connsiteY16" fmla="*/ 248290 h 778510"/>
                      <a:gd name="connsiteX17" fmla="*/ 414441 w 1516825"/>
                      <a:gd name="connsiteY17" fmla="*/ 0 h 7785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516825" h="778510" fill="none" extrusionOk="0">
                        <a:moveTo>
                          <a:pt x="414441" y="0"/>
                        </a:moveTo>
                        <a:cubicBezTo>
                          <a:pt x="505746" y="-6890"/>
                          <a:pt x="701191" y="-3691"/>
                          <a:pt x="785244" y="0"/>
                        </a:cubicBezTo>
                        <a:cubicBezTo>
                          <a:pt x="869297" y="3691"/>
                          <a:pt x="1037535" y="3003"/>
                          <a:pt x="1141506" y="0"/>
                        </a:cubicBezTo>
                        <a:cubicBezTo>
                          <a:pt x="1273688" y="9928"/>
                          <a:pt x="1380724" y="99126"/>
                          <a:pt x="1389796" y="248290"/>
                        </a:cubicBezTo>
                        <a:cubicBezTo>
                          <a:pt x="1394438" y="381356"/>
                          <a:pt x="1388763" y="489009"/>
                          <a:pt x="1389874" y="643149"/>
                        </a:cubicBezTo>
                        <a:cubicBezTo>
                          <a:pt x="1395599" y="691892"/>
                          <a:pt x="1392795" y="656445"/>
                          <a:pt x="1397197" y="700593"/>
                        </a:cubicBezTo>
                        <a:cubicBezTo>
                          <a:pt x="1410708" y="717523"/>
                          <a:pt x="1412932" y="717712"/>
                          <a:pt x="1427645" y="735203"/>
                        </a:cubicBezTo>
                        <a:cubicBezTo>
                          <a:pt x="1438246" y="739967"/>
                          <a:pt x="1452135" y="743583"/>
                          <a:pt x="1467756" y="750983"/>
                        </a:cubicBezTo>
                        <a:cubicBezTo>
                          <a:pt x="1486437" y="763549"/>
                          <a:pt x="1505911" y="772090"/>
                          <a:pt x="1516825" y="778510"/>
                        </a:cubicBezTo>
                        <a:cubicBezTo>
                          <a:pt x="1359310" y="794215"/>
                          <a:pt x="1167699" y="781769"/>
                          <a:pt x="868501" y="778510"/>
                        </a:cubicBezTo>
                        <a:cubicBezTo>
                          <a:pt x="569303" y="775251"/>
                          <a:pt x="471535" y="758122"/>
                          <a:pt x="166151" y="778510"/>
                        </a:cubicBezTo>
                        <a:cubicBezTo>
                          <a:pt x="100296" y="772283"/>
                          <a:pt x="56081" y="771826"/>
                          <a:pt x="0" y="778510"/>
                        </a:cubicBezTo>
                        <a:cubicBezTo>
                          <a:pt x="20169" y="769969"/>
                          <a:pt x="39509" y="762828"/>
                          <a:pt x="60617" y="751507"/>
                        </a:cubicBezTo>
                        <a:cubicBezTo>
                          <a:pt x="75983" y="742740"/>
                          <a:pt x="95203" y="730500"/>
                          <a:pt x="103681" y="723287"/>
                        </a:cubicBezTo>
                        <a:cubicBezTo>
                          <a:pt x="118716" y="705150"/>
                          <a:pt x="125347" y="693072"/>
                          <a:pt x="138061" y="678815"/>
                        </a:cubicBezTo>
                        <a:cubicBezTo>
                          <a:pt x="141674" y="662294"/>
                          <a:pt x="147093" y="651978"/>
                          <a:pt x="156921" y="627752"/>
                        </a:cubicBezTo>
                        <a:cubicBezTo>
                          <a:pt x="139386" y="476799"/>
                          <a:pt x="170496" y="371024"/>
                          <a:pt x="166151" y="248290"/>
                        </a:cubicBezTo>
                        <a:cubicBezTo>
                          <a:pt x="169264" y="114991"/>
                          <a:pt x="301889" y="4213"/>
                          <a:pt x="414441" y="0"/>
                        </a:cubicBezTo>
                        <a:close/>
                      </a:path>
                      <a:path w="1516825" h="778510" stroke="0" extrusionOk="0">
                        <a:moveTo>
                          <a:pt x="414441" y="0"/>
                        </a:moveTo>
                        <a:cubicBezTo>
                          <a:pt x="521888" y="7812"/>
                          <a:pt x="674560" y="-14760"/>
                          <a:pt x="770703" y="0"/>
                        </a:cubicBezTo>
                        <a:cubicBezTo>
                          <a:pt x="866846" y="14760"/>
                          <a:pt x="1056459" y="-10763"/>
                          <a:pt x="1141506" y="0"/>
                        </a:cubicBezTo>
                        <a:cubicBezTo>
                          <a:pt x="1261713" y="16523"/>
                          <a:pt x="1387899" y="121647"/>
                          <a:pt x="1389796" y="248290"/>
                        </a:cubicBezTo>
                        <a:cubicBezTo>
                          <a:pt x="1381306" y="375251"/>
                          <a:pt x="1398749" y="515782"/>
                          <a:pt x="1389874" y="643149"/>
                        </a:cubicBezTo>
                        <a:cubicBezTo>
                          <a:pt x="1394962" y="688876"/>
                          <a:pt x="1399139" y="651530"/>
                          <a:pt x="1397197" y="700593"/>
                        </a:cubicBezTo>
                        <a:cubicBezTo>
                          <a:pt x="1410113" y="717447"/>
                          <a:pt x="1416521" y="719847"/>
                          <a:pt x="1427645" y="735203"/>
                        </a:cubicBezTo>
                        <a:cubicBezTo>
                          <a:pt x="1441806" y="738935"/>
                          <a:pt x="1448995" y="744404"/>
                          <a:pt x="1467756" y="750983"/>
                        </a:cubicBezTo>
                        <a:cubicBezTo>
                          <a:pt x="1487918" y="761796"/>
                          <a:pt x="1507443" y="770068"/>
                          <a:pt x="1516825" y="778510"/>
                        </a:cubicBezTo>
                        <a:cubicBezTo>
                          <a:pt x="1296178" y="811259"/>
                          <a:pt x="1074576" y="746338"/>
                          <a:pt x="854995" y="778510"/>
                        </a:cubicBezTo>
                        <a:cubicBezTo>
                          <a:pt x="635414" y="810683"/>
                          <a:pt x="497032" y="756712"/>
                          <a:pt x="166151" y="778510"/>
                        </a:cubicBezTo>
                        <a:cubicBezTo>
                          <a:pt x="128114" y="771236"/>
                          <a:pt x="61187" y="786611"/>
                          <a:pt x="0" y="778510"/>
                        </a:cubicBezTo>
                        <a:cubicBezTo>
                          <a:pt x="16077" y="768780"/>
                          <a:pt x="46781" y="757883"/>
                          <a:pt x="60617" y="751507"/>
                        </a:cubicBezTo>
                        <a:cubicBezTo>
                          <a:pt x="72541" y="745886"/>
                          <a:pt x="92015" y="733129"/>
                          <a:pt x="103681" y="723287"/>
                        </a:cubicBezTo>
                        <a:cubicBezTo>
                          <a:pt x="118364" y="707209"/>
                          <a:pt x="119839" y="698318"/>
                          <a:pt x="138061" y="678815"/>
                        </a:cubicBezTo>
                        <a:cubicBezTo>
                          <a:pt x="146301" y="656251"/>
                          <a:pt x="150451" y="651827"/>
                          <a:pt x="156921" y="627752"/>
                        </a:cubicBezTo>
                        <a:cubicBezTo>
                          <a:pt x="146564" y="517543"/>
                          <a:pt x="150731" y="378144"/>
                          <a:pt x="166151" y="248290"/>
                        </a:cubicBezTo>
                        <a:cubicBezTo>
                          <a:pt x="178922" y="136450"/>
                          <a:pt x="252658" y="13002"/>
                          <a:pt x="414441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16200000" sx="76000" sy="76000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9050" h="57150"/>
            <a:bevelB w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ts val="1200"/>
              </a:lnSpc>
              <a:spcAft>
                <a:spcPts val="800"/>
              </a:spcAft>
            </a:pPr>
            <a:r>
              <a:rPr lang="fr-CI" sz="1100" dirty="0">
                <a:solidFill>
                  <a:srgbClr val="FFFFFF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Page   13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27672F6-02E5-7BEA-CE16-F442549CE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947"/>
          <a:stretch/>
        </p:blipFill>
        <p:spPr>
          <a:xfrm>
            <a:off x="10793440" y="6337240"/>
            <a:ext cx="1359957" cy="56296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C7715C0-7B18-4F59-E32C-E919343B2005}"/>
              </a:ext>
            </a:extLst>
          </p:cNvPr>
          <p:cNvSpPr txBox="1"/>
          <p:nvPr/>
        </p:nvSpPr>
        <p:spPr>
          <a:xfrm>
            <a:off x="6096000" y="6489770"/>
            <a:ext cx="3474720" cy="34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>
                <a:solidFill>
                  <a:schemeClr val="bg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it’s Time to Act, it’s Time to do Better</a:t>
            </a:r>
            <a:endParaRPr lang="fr-CI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BD70D45C-3A1A-5EAF-3F7B-4B21027E9236}"/>
              </a:ext>
            </a:extLst>
          </p:cNvPr>
          <p:cNvCxnSpPr/>
          <p:nvPr/>
        </p:nvCxnSpPr>
        <p:spPr>
          <a:xfrm>
            <a:off x="0" y="592282"/>
            <a:ext cx="7488000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C82E9BD-414D-15D6-68C2-5DB5D1C3C0CB}"/>
              </a:ext>
            </a:extLst>
          </p:cNvPr>
          <p:cNvCxnSpPr/>
          <p:nvPr/>
        </p:nvCxnSpPr>
        <p:spPr>
          <a:xfrm>
            <a:off x="4714507" y="640773"/>
            <a:ext cx="7488000" cy="0"/>
          </a:xfrm>
          <a:prstGeom prst="line">
            <a:avLst/>
          </a:prstGeom>
          <a:ln w="28575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AE9E4A0B-188C-F55A-95BD-0A999669E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34" y="59987"/>
            <a:ext cx="691151" cy="483806"/>
          </a:xfrm>
          <a:prstGeom prst="rect">
            <a:avLst/>
          </a:prstGeom>
        </p:spPr>
      </p:pic>
      <p:sp>
        <p:nvSpPr>
          <p:cNvPr id="20" name="Zone de texte 118">
            <a:extLst>
              <a:ext uri="{FF2B5EF4-FFF2-40B4-BE49-F238E27FC236}">
                <a16:creationId xmlns:a16="http://schemas.microsoft.com/office/drawing/2014/main" id="{F1A0E83C-3821-7EC0-C82E-741A9A8B23AE}"/>
              </a:ext>
            </a:extLst>
          </p:cNvPr>
          <p:cNvSpPr txBox="1"/>
          <p:nvPr/>
        </p:nvSpPr>
        <p:spPr>
          <a:xfrm>
            <a:off x="794560" y="164833"/>
            <a:ext cx="4118635" cy="40896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400"/>
              </a:spcAft>
            </a:pPr>
            <a:r>
              <a:rPr lang="fr-CI" sz="3600" b="1" dirty="0">
                <a:ln>
                  <a:noFill/>
                </a:ln>
                <a:solidFill>
                  <a:srgbClr val="009999"/>
                </a:solidFill>
                <a:effectLst>
                  <a:outerShdw blurRad="63500" dist="50800" dir="13500000" sx="0" sy="0">
                    <a:srgbClr val="000000">
                      <a:alpha val="50000"/>
                    </a:srgbClr>
                  </a:outerShdw>
                </a:effectLst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PARTENARIATS</a:t>
            </a:r>
            <a:endParaRPr lang="fr-CI" sz="2800" b="1" dirty="0">
              <a:solidFill>
                <a:srgbClr val="009999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6D189A-5937-850B-2298-BDEE5B5B4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424" y="1025078"/>
            <a:ext cx="1104477" cy="77083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F3DED83-6B8D-CBC5-3F29-C2BD056FD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337" y="958192"/>
            <a:ext cx="1946517" cy="85861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3F7FCCE-0820-7596-B448-FC4A998E16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3170759" y="1997852"/>
            <a:ext cx="4953195" cy="2439452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  <p:sp>
        <p:nvSpPr>
          <p:cNvPr id="21" name="Flèche : double flèche horizontale 20">
            <a:extLst>
              <a:ext uri="{FF2B5EF4-FFF2-40B4-BE49-F238E27FC236}">
                <a16:creationId xmlns:a16="http://schemas.microsoft.com/office/drawing/2014/main" id="{B3A012F5-82EC-A109-F926-3B8B9B5A3C7A}"/>
              </a:ext>
            </a:extLst>
          </p:cNvPr>
          <p:cNvSpPr/>
          <p:nvPr/>
        </p:nvSpPr>
        <p:spPr>
          <a:xfrm rot="19379117">
            <a:off x="7388266" y="2030669"/>
            <a:ext cx="1047206" cy="20658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22" name="Flèche : double flèche horizontale 21">
            <a:extLst>
              <a:ext uri="{FF2B5EF4-FFF2-40B4-BE49-F238E27FC236}">
                <a16:creationId xmlns:a16="http://schemas.microsoft.com/office/drawing/2014/main" id="{F8AAD88F-F3D5-5D4B-E345-FDEC87578FFD}"/>
              </a:ext>
            </a:extLst>
          </p:cNvPr>
          <p:cNvSpPr/>
          <p:nvPr/>
        </p:nvSpPr>
        <p:spPr>
          <a:xfrm rot="13061878">
            <a:off x="7385457" y="4029444"/>
            <a:ext cx="1047206" cy="20658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24" name="Flèche : double flèche horizontale 23">
            <a:extLst>
              <a:ext uri="{FF2B5EF4-FFF2-40B4-BE49-F238E27FC236}">
                <a16:creationId xmlns:a16="http://schemas.microsoft.com/office/drawing/2014/main" id="{F4EF13AF-99B7-548A-C029-B54D6308D6F5}"/>
              </a:ext>
            </a:extLst>
          </p:cNvPr>
          <p:cNvSpPr/>
          <p:nvPr/>
        </p:nvSpPr>
        <p:spPr>
          <a:xfrm rot="2104464">
            <a:off x="3133161" y="2011890"/>
            <a:ext cx="1047206" cy="20658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25" name="Flèche : double flèche horizontale 24">
            <a:extLst>
              <a:ext uri="{FF2B5EF4-FFF2-40B4-BE49-F238E27FC236}">
                <a16:creationId xmlns:a16="http://schemas.microsoft.com/office/drawing/2014/main" id="{B24EE952-5743-183D-C005-5A12494A26FC}"/>
              </a:ext>
            </a:extLst>
          </p:cNvPr>
          <p:cNvSpPr/>
          <p:nvPr/>
        </p:nvSpPr>
        <p:spPr>
          <a:xfrm rot="19192567">
            <a:off x="3220397" y="4049438"/>
            <a:ext cx="1047206" cy="20658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32" name="Zone de texte 118">
            <a:extLst>
              <a:ext uri="{FF2B5EF4-FFF2-40B4-BE49-F238E27FC236}">
                <a16:creationId xmlns:a16="http://schemas.microsoft.com/office/drawing/2014/main" id="{45B1B407-8459-F93C-1BAA-3401842EB6D1}"/>
              </a:ext>
            </a:extLst>
          </p:cNvPr>
          <p:cNvSpPr txBox="1"/>
          <p:nvPr/>
        </p:nvSpPr>
        <p:spPr>
          <a:xfrm>
            <a:off x="8935655" y="283785"/>
            <a:ext cx="3221620" cy="40896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90000"/>
              </a:lnSpc>
              <a:spcAft>
                <a:spcPts val="400"/>
              </a:spcAft>
            </a:pPr>
            <a:r>
              <a:rPr lang="fr-CI" i="1" err="1">
                <a:ln>
                  <a:noFill/>
                </a:ln>
                <a:solidFill>
                  <a:srgbClr val="003F7E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Clients</a:t>
            </a:r>
            <a:r>
              <a:rPr lang="fr-CI" i="1">
                <a:ln>
                  <a:noFill/>
                </a:ln>
                <a:solidFill>
                  <a:srgbClr val="003F7E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partenaires, Projets</a:t>
            </a:r>
            <a:endParaRPr lang="fr-CI" sz="1400" i="1" dirty="0">
              <a:solidFill>
                <a:srgbClr val="003F7E"/>
              </a:solidFill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2" name="Picture 6" descr="Keysight — Wikipédia">
            <a:extLst>
              <a:ext uri="{FF2B5EF4-FFF2-40B4-BE49-F238E27FC236}">
                <a16:creationId xmlns:a16="http://schemas.microsoft.com/office/drawing/2014/main" id="{C2C9CA8F-28A0-6E3E-6B44-0FCCEBC85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79" y="4280257"/>
            <a:ext cx="3152775" cy="110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Midwex Supplies Quality of Service Solutions for Voice and Data  Benchmarking in Ghana | Newswire">
            <a:extLst>
              <a:ext uri="{FF2B5EF4-FFF2-40B4-BE49-F238E27FC236}">
                <a16:creationId xmlns:a16="http://schemas.microsoft.com/office/drawing/2014/main" id="{F4E5B79C-06CF-39AC-C888-F1E40419A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954" y="4587901"/>
            <a:ext cx="3039182" cy="61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Eburnie Ingénierie &amp; Services | Abidjan Abidjan">
            <a:extLst>
              <a:ext uri="{FF2B5EF4-FFF2-40B4-BE49-F238E27FC236}">
                <a16:creationId xmlns:a16="http://schemas.microsoft.com/office/drawing/2014/main" id="{E3FD3FA4-29AA-DE3B-BAA6-AC1DEB8F3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195" y="4359886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lèche : double flèche horizontale 6">
            <a:extLst>
              <a:ext uri="{FF2B5EF4-FFF2-40B4-BE49-F238E27FC236}">
                <a16:creationId xmlns:a16="http://schemas.microsoft.com/office/drawing/2014/main" id="{85BB5CB6-7DE0-5F22-76E9-83370BD8CB40}"/>
              </a:ext>
            </a:extLst>
          </p:cNvPr>
          <p:cNvSpPr/>
          <p:nvPr/>
        </p:nvSpPr>
        <p:spPr>
          <a:xfrm rot="16200000">
            <a:off x="5262983" y="4082400"/>
            <a:ext cx="900000" cy="20658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18" name="Flèche : double flèche horizontale 17">
            <a:extLst>
              <a:ext uri="{FF2B5EF4-FFF2-40B4-BE49-F238E27FC236}">
                <a16:creationId xmlns:a16="http://schemas.microsoft.com/office/drawing/2014/main" id="{8B925AD8-F252-EEA2-6689-AD533849D789}"/>
              </a:ext>
            </a:extLst>
          </p:cNvPr>
          <p:cNvSpPr/>
          <p:nvPr/>
        </p:nvSpPr>
        <p:spPr>
          <a:xfrm rot="16200000">
            <a:off x="5278612" y="1908493"/>
            <a:ext cx="900000" cy="20658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DCA4B15C-FE1C-9F68-C401-D526FD3A71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436" y="862942"/>
            <a:ext cx="1855759" cy="705601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457C03FF-9047-6B6F-4B3B-FC7E5411AEF0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12" y="2408491"/>
            <a:ext cx="3200400" cy="1234440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CF4540ED-868C-0CFC-BE61-EB511A45E22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" t="36811" r="68462" b="38080"/>
          <a:stretch/>
        </p:blipFill>
        <p:spPr>
          <a:xfrm>
            <a:off x="9090280" y="2536763"/>
            <a:ext cx="2519078" cy="1094334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7DA05416-FECF-EBD6-62B9-BBC72D2DED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55" y="2403677"/>
            <a:ext cx="1381513" cy="1350115"/>
          </a:xfrm>
          <a:prstGeom prst="rect">
            <a:avLst/>
          </a:prstGeom>
        </p:spPr>
      </p:pic>
      <p:sp>
        <p:nvSpPr>
          <p:cNvPr id="38" name="Flèche : double flèche horizontale 37">
            <a:extLst>
              <a:ext uri="{FF2B5EF4-FFF2-40B4-BE49-F238E27FC236}">
                <a16:creationId xmlns:a16="http://schemas.microsoft.com/office/drawing/2014/main" id="{90E7D283-A0C8-BC20-FDD7-09BD105B40AE}"/>
              </a:ext>
            </a:extLst>
          </p:cNvPr>
          <p:cNvSpPr/>
          <p:nvPr/>
        </p:nvSpPr>
        <p:spPr>
          <a:xfrm>
            <a:off x="2476772" y="2962165"/>
            <a:ext cx="1047206" cy="20658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39" name="Flèche : double flèche horizontale 38">
            <a:extLst>
              <a:ext uri="{FF2B5EF4-FFF2-40B4-BE49-F238E27FC236}">
                <a16:creationId xmlns:a16="http://schemas.microsoft.com/office/drawing/2014/main" id="{EF463272-41E4-FB41-B4EB-BC735814EB33}"/>
              </a:ext>
            </a:extLst>
          </p:cNvPr>
          <p:cNvSpPr/>
          <p:nvPr/>
        </p:nvSpPr>
        <p:spPr>
          <a:xfrm>
            <a:off x="8077174" y="3065455"/>
            <a:ext cx="1047206" cy="206580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6938589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Grand écran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DengXian</vt:lpstr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Mory DIARRA</dc:creator>
  <cp:lastModifiedBy>Mory DIARRA</cp:lastModifiedBy>
  <cp:revision>1</cp:revision>
  <dcterms:created xsi:type="dcterms:W3CDTF">2026-01-13T10:27:20Z</dcterms:created>
  <dcterms:modified xsi:type="dcterms:W3CDTF">2026-01-13T10:27:37Z</dcterms:modified>
</cp:coreProperties>
</file>